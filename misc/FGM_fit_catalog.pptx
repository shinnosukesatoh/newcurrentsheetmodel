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0"/>
  </p:notesMasterIdLst>
  <p:sldIdLst>
    <p:sldId id="536" r:id="rId2"/>
    <p:sldId id="846" r:id="rId3"/>
    <p:sldId id="640" r:id="rId4"/>
    <p:sldId id="773" r:id="rId5"/>
    <p:sldId id="774" r:id="rId6"/>
    <p:sldId id="775" r:id="rId7"/>
    <p:sldId id="845" r:id="rId8"/>
    <p:sldId id="779" r:id="rId9"/>
    <p:sldId id="780" r:id="rId10"/>
    <p:sldId id="781" r:id="rId11"/>
    <p:sldId id="782" r:id="rId12"/>
    <p:sldId id="783" r:id="rId13"/>
    <p:sldId id="784" r:id="rId14"/>
    <p:sldId id="785" r:id="rId15"/>
    <p:sldId id="786" r:id="rId16"/>
    <p:sldId id="787" r:id="rId17"/>
    <p:sldId id="788" r:id="rId18"/>
    <p:sldId id="789" r:id="rId19"/>
    <p:sldId id="790" r:id="rId20"/>
    <p:sldId id="791" r:id="rId21"/>
    <p:sldId id="792" r:id="rId22"/>
    <p:sldId id="793" r:id="rId23"/>
    <p:sldId id="794" r:id="rId24"/>
    <p:sldId id="795" r:id="rId25"/>
    <p:sldId id="796" r:id="rId26"/>
    <p:sldId id="797" r:id="rId27"/>
    <p:sldId id="798" r:id="rId28"/>
    <p:sldId id="799" r:id="rId29"/>
    <p:sldId id="800" r:id="rId30"/>
    <p:sldId id="801" r:id="rId31"/>
    <p:sldId id="802" r:id="rId32"/>
    <p:sldId id="803" r:id="rId33"/>
    <p:sldId id="804" r:id="rId34"/>
    <p:sldId id="805" r:id="rId35"/>
    <p:sldId id="806" r:id="rId36"/>
    <p:sldId id="807" r:id="rId37"/>
    <p:sldId id="808" r:id="rId38"/>
    <p:sldId id="809" r:id="rId39"/>
    <p:sldId id="810" r:id="rId40"/>
    <p:sldId id="811" r:id="rId41"/>
    <p:sldId id="812" r:id="rId42"/>
    <p:sldId id="813" r:id="rId43"/>
    <p:sldId id="814" r:id="rId44"/>
    <p:sldId id="815" r:id="rId45"/>
    <p:sldId id="816" r:id="rId46"/>
    <p:sldId id="817" r:id="rId47"/>
    <p:sldId id="818" r:id="rId48"/>
    <p:sldId id="819" r:id="rId49"/>
    <p:sldId id="820" r:id="rId50"/>
    <p:sldId id="821" r:id="rId51"/>
    <p:sldId id="822" r:id="rId52"/>
    <p:sldId id="823" r:id="rId53"/>
    <p:sldId id="824" r:id="rId54"/>
    <p:sldId id="825" r:id="rId55"/>
    <p:sldId id="826" r:id="rId56"/>
    <p:sldId id="827" r:id="rId57"/>
    <p:sldId id="828" r:id="rId58"/>
    <p:sldId id="829" r:id="rId59"/>
    <p:sldId id="830" r:id="rId60"/>
    <p:sldId id="831" r:id="rId61"/>
    <p:sldId id="832" r:id="rId62"/>
    <p:sldId id="833" r:id="rId63"/>
    <p:sldId id="834" r:id="rId64"/>
    <p:sldId id="835" r:id="rId65"/>
    <p:sldId id="836" r:id="rId66"/>
    <p:sldId id="837" r:id="rId67"/>
    <p:sldId id="838" r:id="rId68"/>
    <p:sldId id="839" r:id="rId69"/>
    <p:sldId id="840" r:id="rId70"/>
    <p:sldId id="841" r:id="rId71"/>
    <p:sldId id="842" r:id="rId72"/>
    <p:sldId id="843" r:id="rId73"/>
    <p:sldId id="844" r:id="rId74"/>
    <p:sldId id="776" r:id="rId75"/>
    <p:sldId id="777" r:id="rId76"/>
    <p:sldId id="778" r:id="rId77"/>
    <p:sldId id="703" r:id="rId78"/>
    <p:sldId id="704" r:id="rId79"/>
  </p:sldIdLst>
  <p:sldSz cx="12192000" cy="6858000"/>
  <p:notesSz cx="6858000" cy="9144000"/>
  <p:defaultTextStyle>
    <a:defPPr>
      <a:defRPr lang="en-JP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4C00"/>
    <a:srgbClr val="0059FF"/>
    <a:srgbClr val="FFCABF"/>
    <a:srgbClr val="D8F255"/>
    <a:srgbClr val="6E3005"/>
    <a:srgbClr val="7F3806"/>
    <a:srgbClr val="764D16"/>
    <a:srgbClr val="FFF100"/>
    <a:srgbClr val="FFFF80"/>
    <a:srgbClr val="F6AA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536"/>
    <p:restoredTop sz="89037"/>
  </p:normalViewPr>
  <p:slideViewPr>
    <p:cSldViewPr snapToGrid="0">
      <p:cViewPr>
        <p:scale>
          <a:sx n="87" d="100"/>
          <a:sy n="87" d="100"/>
        </p:scale>
        <p:origin x="1312" y="712"/>
      </p:cViewPr>
      <p:guideLst/>
    </p:cSldViewPr>
  </p:slideViewPr>
  <p:notesTextViewPr>
    <p:cViewPr>
      <p:scale>
        <a:sx n="95" d="100"/>
        <a:sy n="95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tableStyles" Target="tableStyles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82" Type="http://schemas.openxmlformats.org/officeDocument/2006/relationships/viewProps" Target="view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JP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1A3CC4F-D31B-AF4D-B3B6-A5FC0EB58011}" type="datetimeFigureOut">
              <a:t>2026/10/10</a:t>
            </a:fld>
            <a:endParaRPr lang="en-JP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JP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JP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FA53261-557A-F540-B84B-105FB06BF89C}" type="slidenum"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5827003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1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46143884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F6DC4D-8C9A-061E-149E-C539756EBF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E9D5FB5-909E-09E9-64D2-DAC3B2C53F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ABDB5ED-FBBB-7361-7F96-D2BA27BACF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96119A-1A4E-97A0-3CB5-1943B0B437B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2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10743013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F60BE7-EF9B-BAAE-68F8-1AD01E7393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033D32-89D3-BD9A-EA78-CBE1001B956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E85300A-5ED9-31C2-51F8-D835004D2A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3C1702-3AAE-35FC-95BB-C53537DA8A4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3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05211971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BBF7A9-4272-E2F1-8C9D-C81391B270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DDC191B-8AD9-96EE-29AA-8494A3544A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32A3C1C-46D9-8B1E-9EAB-EAC9657A1B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43C6A5-474E-E23D-E1F5-30D3AECF14F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4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22322665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8C45A6-24E6-8AEF-243D-961D0FFDBD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18EE8FB-A6CB-09B1-618A-DA0E87B31E6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0873AEB-1E98-DE63-CA40-3D88E14631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1EDA8E-257B-C4CA-91E6-DE80C410230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5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86757071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C8064F-536B-9D59-ED60-F432107265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62332A8-0C39-4165-C8A0-2E359109A29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F8A7C5-CD14-D839-AACA-99CFCC1825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6AF2BF-D99C-B74E-1244-E27380F3AF7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6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96963163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BC9478-B6D2-6B40-55CA-33B9D6A3DF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173AFD5-CFFA-1178-0F8A-DE692D6CF0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AAD1DAB-3685-AF1F-CAB5-8C0F3C3F41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07D168-BFC2-0856-6DEF-A26C910AE5A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7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960686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A07E80-F5A9-AB8A-2EF6-F5D24A16F4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0B45C5A-A348-B29A-A512-5F539B93E5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1C841F1-4382-323F-611A-A80F1E7853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17EB82-6C9C-5441-9A22-BF885E4214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8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15005024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9D08F8-4EF7-2E31-B473-BA1A49E4C5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9E0B2A0-C633-1709-A3EB-A87DB20E04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C79E01-E053-D4F5-657D-55266EE67C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74E909-555D-637D-C7CD-FFD304F1F0A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9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401747480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76A75B-1723-6AC6-5F99-16824EB324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6F99432-B677-94B7-1AA6-E54E71F818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2FA755D-5366-FBB6-8057-A33701109B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9183D4-221D-82D7-3B1E-09EAD784A5F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10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33069810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4A2174-6D8A-D495-5F4E-4A7E52C7D7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1C00DD7-8901-68EC-A5DE-366440B44A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3464D2-CDF1-A999-DE27-C064C1CC9B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B061CB-620A-A72D-9C06-6C316DDCFAC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11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77767897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746EC4-BD3E-C220-71DB-F7725C3FC1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90E2F2-7033-DF6A-082B-153CE52FDD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B51B5C6-3533-CC97-0F5E-611EF87988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237D49-F19F-9F35-18C0-C85F0D50B20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12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3552797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719EC8-B701-1B0D-F222-E8E187C086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DB1E85-8982-06BF-CAA5-5DCA139DE1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F603E00-8151-F58A-BEB3-6C23A0BB5A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4A270C-55F2-0208-14B8-232DD24BAA1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13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01877498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2A2FF8-11D1-B1E0-5C2A-A28C69B5A8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639A21-541F-BB45-7529-83ECF24D8C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80653A-47CE-19AF-F4B5-FB548685B0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86F055-FE00-B2AA-CAFA-DB3B5CFA8CE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14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02687266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AAB9AA-58AA-DF78-865E-933AFAECB4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F679213-6C3C-BB07-D61F-978CD2BE85C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B7F561-0D6F-A2AD-C4EA-A267BA3F68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63F087-81F9-8FA2-3D9E-EEE9ED956AC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15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10679721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B08D76-7489-8896-9E30-0AD87CD9E2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35A1136-8197-F9C0-6AB1-079FF282B6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941CA57-AFC5-5FB3-6D2C-5DDC8C00FE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25191C-A2DA-5F6B-60A4-ADFBC250FE2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16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27244645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E069E9-F258-44AF-43B1-019C7FFB46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1D34A8A-4BF2-0C8C-34CD-EA0DFFEA0B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F1791C-3731-A710-ED14-891DEF15EE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9ADF0B-8661-D2E3-F680-7A27DC54D46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17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21425958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93146F-3E46-9CDC-AA62-DB3A46F712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60E1A34-E060-EEFE-A8B9-DBF01B9B0D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9CC078-B8BD-9968-D0B1-895CA4754B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BE11AC-24BA-BD03-4168-D45AE353A68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18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44979051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5AC6CB-9950-6ACB-DC2A-BBF5E26D6C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041E5F-3513-58A2-E829-2A6B6034FCE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ACCD110-CB19-B706-0516-921182D1A9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AD2B0E-A7FA-1A10-18A4-6BE3FE51E5B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19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67239739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7FD50F-1665-46E7-1DCE-2C8AEF2172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91E323-EBF6-7CE2-323D-B3F1796A63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E0E0669-B397-2AE2-6107-EDC89C0AE4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DFD0BC-CD95-5317-4593-FFF9121F7F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20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77405915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1448B9-BE64-8CAD-44DE-A89A93393A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FAF294F-667F-D6FA-E12F-F2869518EB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EF5EE2-25DA-584E-6C45-FB6C400CD5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60EDC5-BF5A-9E18-ED26-1F9B45A1D9B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21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87644236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CB2923-35C4-6B06-7BDD-5F9D2398C9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B46B7D-170B-65C6-5CF4-F3B654E8C9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33AFE7A-1040-9EC3-CB94-7C915E0FE7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DA5E94-5A97-D362-106C-8A494D3EFB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22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79521540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AC4EED-B1AD-CF13-4F6C-7B7F1EECF8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72A74B-872E-FD43-8980-8779DE35F4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573CF6E-FB40-9E1D-27EE-FD4C9CDFC0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FA0073-0DEA-E930-8DDD-C49BD0478C2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23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0441023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04E6CF-C636-F231-332C-D217B78616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33F172-0A12-E403-F495-46312BD0CB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D98A581-3645-C74E-7459-36F9EAD1660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33D9A9-A42B-FF6D-C1A4-66A18C83DB1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24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00950568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3473F8-BCF7-E5CA-D035-FE5C45BE6B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E8F4829-210F-9CCC-2A4D-BCF368DC69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D11A0E2-4650-11CD-63FD-9B1C8A55E6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7F94BC-C02D-71EF-D9F7-1DF7B8767C4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25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20989383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285C0C-B197-D678-82C3-1B340B9234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600565-592E-1224-DCAA-32EB276E71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B865218-F662-25D7-FE85-B2EB140A27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EB8D2F-AC6D-E8E2-48C3-DCEFE9FCC14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26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14324226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21E14F-F777-E7AE-7AA4-3AF7292E05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32D3B9-72F2-A09C-C253-655B3AC545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2AD9C6-D1B9-EDFA-39FB-E4B754B879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9DE5F5-7469-2346-E7B2-ED11F364068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27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953328336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2B5F2D-5B44-2847-9819-3CB8550FF6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1FBD9E6-0655-C63E-F4FB-B571BB0CA0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27384C6-A61A-A643-BF37-3368FED65A0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DE8219-2A68-F2B7-B1E3-15E76FDF3CA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28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903093198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CB7355-26E3-9983-9C4A-1C06A8D775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72A326-2B84-5D6C-3561-B107400DA8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152F87-C661-4355-CFEC-AC46E02286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118DCC-6814-857D-2447-EB17F24EE9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29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825306668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56B57D-1895-5C10-A931-C58A94EFAC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16BBF4-64C6-D347-78D1-A5DEDB13855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109EB05-8B38-9032-FD4D-544AC02A80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16BDBC-817D-C649-1C4D-6325B4D018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30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960753920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446AA1-61C1-2F8E-5019-65136A4468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5BD875-BA49-5598-9704-9DFBCFBC0F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021B2B0-940B-4433-51AD-1A6818DA83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622827-BAC1-AF7B-1A00-A26E015E9DE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31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408247558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AB854F-DB9E-783D-8003-363272469B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60850CC-901A-1E6F-1360-E29700C636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6446620-109C-236C-8A7E-DCCBE82E60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9F3F55-BDDC-DDCA-3D3F-7AC464453DA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32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663430790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886CF8-A07D-B9DA-99F8-195479FFE2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723DBD9-0F7E-312F-B165-211BEFFE18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997E94A-F559-3C39-160A-51A92A6549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A9F38F-1DB0-A7DA-9E29-26EB9B48B20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33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976166626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1D89DA-E870-3F72-70DB-241ECA9DF3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00989E8-8C34-B787-E0D1-102E39B3CE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909C325-37BD-5417-9B82-77450606CE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E0F76E-D42E-8F46-1EB3-2B941DED9F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34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575439192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43F64A-2D27-7343-7462-85471FFF46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A6F354-92AD-15F6-E56E-D2449AC5C3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B386408-D9F6-CA46-8CA9-6A5222DB27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D87078-28EE-FD73-48E6-2230339052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35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920429327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A1E53C-5B33-1244-93AC-34F7E14898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F85E9B7-91C9-7F6F-DC84-CA93CFF957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D99B0E3-BCAC-6817-731B-F4040F55C2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F32436-0946-EA19-CA97-67A465766D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36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4810985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FBE6F6-8241-BD1E-730E-605BC88CE7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3A676E-8523-9C60-E467-BECD0102F6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4A0FD3-1402-0A1F-645E-3C4CCD170E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5AB728-693B-2B40-6365-D95D3AE9C69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37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694699942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09E63A-BB3E-0ABF-440D-9113546DED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C64179C-942D-D1F8-DF4B-FEC258D3AB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3AFBD9-AC68-5934-777C-6E78249C1B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FED82D-BC7D-D6A6-D5D2-5284C9B349F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38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943001415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6E3DF3-C742-7840-FA64-73200DFADE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CAEB29-7F6C-9580-5A05-4BA54C873E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84E7B58-6481-9E85-B26F-1687C1ACAE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89F95C-F827-B6FF-525F-1535C8D792C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39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547373736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FA5E67-EEDE-83D2-0FED-B448BD2C3E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647E0A5-13CA-1926-2976-7F952FAE2C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2245E41-97AC-2D2E-E7F9-057F902DF8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DF46C5-30BE-B7F5-9ADD-54E3500EC66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40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950850388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B08A97-6388-EA06-5C9D-5CA7CFC22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199F9FD-6DE5-2845-FE67-38B40235A9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552F72A-CD2A-A04E-7F72-E31020AA3C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5677C3-4E39-6C4B-63D8-6ADADF87576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41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4110740796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304968-F87B-7FF1-C90C-A61E0BA288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C9C2E2-314D-87FA-1F2B-25988703D7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31D4501-AF9C-8675-3DFB-8C9029DF0D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50D2E2-179E-46E9-9AEF-DD13A2ED1B3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42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957809607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8BBDAB-3759-FD8D-9CC6-9322C32C57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8EBC678-1068-081D-BC1A-6ECABA4206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6B8257A-D3EB-3CF5-257C-0E118094AC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5A7DED-48E7-DB15-E47C-3B720B37E7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43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713014516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155508-1CB1-2D56-71E1-8619B4405A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E064CDC-4CDD-9491-F9DA-BA8ABF4B3A0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7A6EF5F-FF9B-6F5D-CCCC-CBAAADD6E1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D56925-A09E-535F-7D2A-45CC8206DC8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44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430661386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661028-58D1-E195-385C-D542B3D189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0713ADC-3A49-40E7-E0C7-075225FE5B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C7A039D-78FB-6832-0E48-3F19958668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893C7A-F010-6849-A78C-A95C0A7475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45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788031418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8607B3-F945-214E-8397-9234534A79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D43BE9D-B261-BF2F-8A52-4FF9531C49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77A51B-3E64-986D-8070-DC70D6AA8C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E6D420-62BC-5B19-277E-0E71886608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46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108409479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8DA3C0-336F-6681-FBEB-97248BBFAF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3EF7EE-6C38-CB5A-FB70-34E5C01F617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A466608-23E6-CFC6-2C9B-E07C61FD74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060ED7-2ABC-D952-6E21-610E4E221D3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47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436570584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1E3861-A138-876A-6C7F-5EE761BD16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91CE39-EC8B-8E06-8C93-1EA9801AF4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727AA49-2621-759F-9D4A-3D066D76293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C484D4-BE34-661C-9598-967127022F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48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52336138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3C92E5-A24F-6E0C-277A-0631A3462B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CD2A929-DF5E-10CD-FA8A-169C6FD8E14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EFE71E3-F235-98FF-C615-99C0E48191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D1AE38-A543-26D4-A055-863591C04BC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49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50702757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228C78-B8FC-F10E-046C-CE384FDB0B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C2B6B4-441C-1A4E-4526-FEE8BE1DCB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270E27-3E44-A955-D79F-9B71AC738B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2F85F4-1008-0158-F90B-AFC9CE67E3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50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544834517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AFF6EC-F55E-85CB-0FCC-9BF30DAB4A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1A6551B-C2C8-95EF-8532-0EB42D0063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C08102D-C7DD-1AF1-0E72-9288BBBBEF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ADA7B5-7E73-B3C7-9A84-C73A09ED327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51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89345658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039CC4-DFD6-CD7B-5BAA-F7355C474B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0D1A7E6-0B19-64B2-4B2E-07EE7E492C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6A319B-E61E-8B01-28C9-D7DEB73871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003103-41B0-937E-5183-A59DCF3445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52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902710575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5BF896-EC0B-2186-11EA-BF650FBDF9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CB1B8CF-C976-59F0-DE1C-61CA9DD801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2FC546-6B84-D4A9-00A6-B6FE7C4D70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EB77C5-542B-7160-FE3D-DF6566CBBE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53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220787779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6CF0D7-D558-23FB-5652-89C27744F2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0EA3471-E20D-91A0-6699-ADABDA3C4A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03E5D5D-99BD-AF49-5440-4724277330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1A3AF1-E388-DF50-49B1-1CC4F664093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54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468056270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3CE41D-CB9E-6317-08F8-2073B12985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EA1A2A-5CA7-3CAC-83A9-D9493F8F6C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60E3032-4827-05EF-3E38-DC97313FE6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56EA7B-A348-8B98-7F0E-9FA9DEBFD8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55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39309864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364E13-1AB5-6A98-26FE-C05AC57144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79CBFDF-7BF4-5BD6-DE1C-486DBAA457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EC34794-D170-E7B8-A8E3-76C8E77B48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3D833C-B863-4F37-E200-568E95ED57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56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587829604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46D894-EFCF-409C-16AA-FD9635DF9E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1D56B40-8687-1366-A1D2-759F67B7AE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5823111-2F0C-9EED-15BE-DCE4F7DE1C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ABED94-D8E3-89FE-57CF-11CE2944DEB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57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087751119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65220E-731C-0ACE-8265-9BF9614267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8F07B5-9CA3-815B-B353-596AFF1806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AA7CA3-8288-5EA2-3483-2021AB76A8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A81732-C14F-5951-1E6C-C6EC6FA8697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58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01870741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005F46-52BD-BCA3-786E-1F49276774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78E5E3-B944-B421-0CBB-6DBB921D86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BFBA1EF-35A4-4B24-077D-22CCEA61F8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568858-A4C0-18B4-0792-D6B173277F3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59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159949156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4425D4-B40B-340F-7A02-7F58878148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A82A25-BEEF-3612-F627-8BB88EFAE2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B55817E-C3FD-1F8E-345A-F63635C2463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DE0DE3-2418-6347-37F0-32B9DDBA89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60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628193787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072FA5-23FB-7EFD-6DEC-1D8A4AC710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6CE7BF1-88F3-97C0-5FDB-F867921224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2715C19-9D96-6A43-42BC-DC2966D971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FAFDCD-1555-2C08-FF7C-B6FE92F562F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61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4019075453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211348-58F9-A79A-DB31-F7DB69FC46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02B0B42-4AF4-B5A3-F353-ECF56913AE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732A2F-1F54-181C-725F-34D7672110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B70FA9-84FA-85AD-B72A-EE8D99AE83B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62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4237587553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46963C-426E-2B9E-21B6-DAD6FD341E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51B00F-9E7F-CCE7-624C-8F19DE5B34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36B63FA-15DE-B1C1-9DFD-485990358C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442C11-D75F-0F62-C0C4-833F68A423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63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650691767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FB647B-3BAB-8330-E0F9-95A4B530C7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4EC49C-D70C-BCA0-CF68-E45DFBF4AE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70DA0E4-81EF-80F5-5ECB-62EFD73A6A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D91901-238B-8715-812F-D40A87A3ADB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64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633655858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6AE424-DC82-9E61-6DA1-A6353EF142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F28301B-36CC-0DBF-BD27-5B54321009A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B9F9342-7BEF-DB26-6182-D9E95B2DED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B8234E-7C01-1C4A-2840-D07840944C6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65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52083874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AB194B-0ED3-1690-5910-602AAFDF6A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089678-C6D9-9B51-4B68-0F6F855477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A82B325-E075-8CE3-0315-192C8E260D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94F0E0-E78A-0737-E913-7EBB966A9A7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66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06217165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60ABB8-FB62-C4DD-8E81-0AD8FEE1AD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4A26DF8-1004-D9E0-F7EA-72C2682580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C5B28B-F37B-7CEF-B484-43C2CC732D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231846-5713-9373-6FC1-CD77304058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67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906955192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3C538A-9A56-5390-7977-6CCDD1FE87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1B687B5-8B24-F45C-7030-5D894FEA06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6DA961E-AA43-EE44-AB1B-FBEE00FDD7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CDE4F5-395B-4F65-AE25-BC76D466EE4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68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001999736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1A241B-AACC-39FC-5A9A-BA8E279090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C219AB0-F2D3-FD47-9865-B2831B78FC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6DD02E-494D-0F14-5671-2DE36FE990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E6366A-FACB-1F8A-9987-72E2A6F790B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69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457673910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F8B25F-FFCE-0336-493F-F5C0EC1D53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0A0CECC-07CE-7C7E-D4D0-7D4F6D1367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5E35F5E-A0DC-68C0-642A-E6C4A23A0D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2022AE-00EC-E9B2-5B72-1810B4E0853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70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346535907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0B973B-80D1-8CD5-5A9C-8AC236A7BF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77561F0-5A73-EE8B-0637-38C588E976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B218662-5AA8-C86D-3C15-D5859F7952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092839-340C-C944-5554-8A85FE5A63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71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02612657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D16051-BC6B-F8FC-1357-0F3C3E6897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A8FE2AB-CA4F-7AAC-8696-EEE1733E08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90471C-614F-5210-2237-67E02603E44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0A663F-7173-AF39-23D9-51B1D5DF617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72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908575313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CCD790-131B-43D3-58B3-9B88BECB39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A4053FC-D485-B628-F656-8F067326F7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BBD9815-E28E-CD6A-AFBC-348F5BBF85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1A8823-F1A2-C881-C435-9ECD61AF15A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73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145652526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876F80-A4A9-8C5A-F5A4-4BA11C7CE2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09C763-4BD4-4320-3C82-3F0AEAD6D1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F27E029-2F2F-4C0A-8512-6A4D623CAC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939814-4455-39C1-5341-9B268897A4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74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531481352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408CF1-4E21-456B-C160-480C9A8F3F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6BE8E70-99D2-AEFB-A2B4-EE74F43B98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1B63826-2E2B-ACAA-8FCC-B30F4BBBC7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1561BB-CF75-8DFA-1A07-0826EBE705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75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250286039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40B25C-5DE4-FB20-E105-0996C5660D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1D47AD6-5C91-C287-E24B-CD6E437309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A2DFCDF-8DF0-7C94-CEB8-17307B6229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0C5C33-2AF0-B57A-F900-004030AD3B1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76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982532810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F0C60A-B076-F9A5-4BCF-32FF534334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2FC2C5E-4604-74A6-6ABA-3341CAF8B96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03A628F-424E-F1C6-EFAE-C588375C47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F9E0F8-65FC-C6F7-74AB-2482B3E5138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77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742445042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22F951-B045-9738-EF83-AE62283C67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CCE447-31C0-C8FE-E86F-A1895D6F73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A36AF26-B601-270D-D006-81D4DDA8C9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7130B5-4247-B53D-C3B2-9A1C49530C6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78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8758050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25E601-DAC8-0D9E-2860-3C8A3D14009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A17EB0A-7C74-A166-2C59-E566EE49110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JP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DE0417-A9C8-9869-8D86-EC9976111D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A7F9CB-B605-E748-938B-22649E483282}" type="datetimeFigureOut">
              <a:t>2026/10/10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797E40-B063-FDBD-C078-8397EA82D4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DE3F68-9649-898B-57F8-58228EC43E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D8E9C3-EC7E-0644-8D40-7D37A8022E2C}" type="slidenum"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3882809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703F2B-AB03-B56D-FB57-8026782E49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66D485-53F9-56B1-B037-90C36C4E50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758A79-76FE-205B-790E-55B485A300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A7F9CB-B605-E748-938B-22649E483282}" type="datetimeFigureOut">
              <a:t>2026/10/10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BD41F3-0FF8-E520-0261-66BF9466F4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A7AE0A-35A7-DA56-E7B2-FA4FF91CE0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D8E9C3-EC7E-0644-8D40-7D37A8022E2C}" type="slidenum"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4660890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3640FD-A9C2-6D30-6EC6-3C5C73CCA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ACAB42-BD32-836B-217E-3D6158304F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CD3685-CED3-BBCF-4ABE-764BFB143E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A7F9CB-B605-E748-938B-22649E483282}" type="datetimeFigureOut">
              <a:t>2026/10/10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C97919-2688-D439-9103-E5588F455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D88D7E-BE29-6BE8-30D1-FD17582F3A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D8E9C3-EC7E-0644-8D40-7D37A8022E2C}" type="slidenum"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8845932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CE6EE4-7EB1-FC58-E14A-AA0A73EC8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E3191A-500B-F200-A7F3-79C0D2981F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23D8B54-59E2-7F6B-1F28-6A02F7CF559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4E137A-7648-D5A8-0312-B3CE260A4B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A7F9CB-B605-E748-938B-22649E483282}" type="datetimeFigureOut">
              <a:t>2026/10/10</a:t>
            </a:fld>
            <a:endParaRPr lang="en-JP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3CDC946-DFA6-CEC1-29BF-0D5981FABA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74F4A1A-0D87-CFEF-9026-3A65758F8B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D8E9C3-EC7E-0644-8D40-7D37A8022E2C}" type="slidenum"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8316365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3D2AE2-AF41-DE4E-93F6-2B07247844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B0220AA-ADBA-19AD-800D-0646D4B7D4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33F22F5-FF5F-B089-91BC-FE778EC933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E40A565-D260-00DB-5367-03933AA18AD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FEC882D-2010-5259-1363-0934B4C6D77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B13ECB5-8B9B-E489-E92C-180B5080D9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A7F9CB-B605-E748-938B-22649E483282}" type="datetimeFigureOut">
              <a:t>2026/10/10</a:t>
            </a:fld>
            <a:endParaRPr lang="en-JP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169E8C0-47DD-7D19-5D04-0218243967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B2FAA73-AB8B-FBD6-C96C-B3FA1CE869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D8E9C3-EC7E-0644-8D40-7D37A8022E2C}" type="slidenum"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1989042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1F1F58-6B7E-2590-B3E4-77983DF832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4173BF8-703C-740A-0E64-818F5E82F4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A7F9CB-B605-E748-938B-22649E483282}" type="datetimeFigureOut">
              <a:t>2026/10/10</a:t>
            </a:fld>
            <a:endParaRPr lang="en-JP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3B6F2E4-A788-845A-8242-41E2FEB336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3825FB5-D931-F7F1-3295-451368BF9E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D8E9C3-EC7E-0644-8D40-7D37A8022E2C}" type="slidenum"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601389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C7723EC-14DA-389F-5493-6B54E2DB66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A7F9CB-B605-E748-938B-22649E483282}" type="datetimeFigureOut">
              <a:t>2026/10/10</a:t>
            </a:fld>
            <a:endParaRPr lang="en-JP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6E1224F-AA54-9D25-410C-32E3A6709C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92FFBF-C20F-91F8-4ED9-C24B5C7E03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D8E9C3-EC7E-0644-8D40-7D37A8022E2C}" type="slidenum"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3057233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28B1F-8FC0-8036-47BD-04492FC6D3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BD8D30-82FB-0BD6-926C-14A695F82B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C7B105A-1837-0668-0689-6637101EC96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4FB120A-413C-7CAA-FCC1-D3F4070C5D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A7F9CB-B605-E748-938B-22649E483282}" type="datetimeFigureOut">
              <a:t>2026/10/10</a:t>
            </a:fld>
            <a:endParaRPr lang="en-JP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897A794-679B-D09F-00FC-58EB652CA6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6562B21-4237-8B2B-2AA2-784F9728D2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D8E9C3-EC7E-0644-8D40-7D37A8022E2C}" type="slidenum"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5015504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7B7BE3-B775-81B0-B776-8193BD9EA4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0105359-18A5-8370-31E4-E718E8AFA1D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JP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A4F8E9C-1F95-55BE-6A0C-3794CC7A254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78A3021-69D4-2F64-82EE-4C46872406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A7F9CB-B605-E748-938B-22649E483282}" type="datetimeFigureOut">
              <a:t>2026/10/10</a:t>
            </a:fld>
            <a:endParaRPr lang="en-JP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09D7C2-47D4-30A5-A372-079CB3C960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0FC97BE-0487-DAE5-DA9E-43A65099C3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D8E9C3-EC7E-0644-8D40-7D37A8022E2C}" type="slidenum"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5547503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6634DD-B260-51B9-9BF7-2FEC593DAD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A4C449B-EC86-0D26-5B86-CBEF5C77EE6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3DE089-226A-BA21-12AC-373E1116DC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A7F9CB-B605-E748-938B-22649E483282}" type="datetimeFigureOut">
              <a:t>2026/10/10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D17EA4-45BA-01DF-3DDD-23B91BA4A3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7015A2-8F82-3BBF-0681-766831A30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D8E9C3-EC7E-0644-8D40-7D37A8022E2C}" type="slidenum"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0932976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7E0303D-926F-8AA2-6145-ADECFADBED7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0CD1B43-E161-D8F4-6C51-74C82DA2A9D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9A10FB-CE0E-2C16-5F6C-FF58AAC99A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A7F9CB-B605-E748-938B-22649E483282}" type="datetimeFigureOut">
              <a:t>2026/10/10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C616DB-7A54-D13C-149A-182EA8D07C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C038F-A422-CE52-70BC-55A9B21D73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D8E9C3-EC7E-0644-8D40-7D37A8022E2C}" type="slidenum"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6358875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AF043A3-2239-4E94-59C9-6325BDF0F3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DFCCA14-26A0-CB1A-C9B2-A8B3E18011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ACBE1D-E26C-14FF-F20C-D786018700A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FA7F9CB-B605-E748-938B-22649E483282}" type="datetimeFigureOut">
              <a:t>2026/10/10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C4B220-F501-6B75-0AA7-AB3EA090A4A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4FAC9E2-0E9F-053D-B5EA-8827D92E7EC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DD8E9C3-EC7E-0644-8D40-7D37A8022E2C}" type="slidenum"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2024677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JP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3" Type="http://schemas.openxmlformats.org/officeDocument/2006/relationships/image" Target="../media/image6.png"/><Relationship Id="rId3" Type="http://schemas.openxmlformats.org/officeDocument/2006/relationships/image" Target="../media/image3.png"/><Relationship Id="rId12" Type="http://schemas.openxmlformats.org/officeDocument/2006/relationships/image" Target="../media/image5.png"/><Relationship Id="rId17" Type="http://schemas.openxmlformats.org/officeDocument/2006/relationships/image" Target="../media/image58.pn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11" Type="http://schemas.openxmlformats.org/officeDocument/2006/relationships/image" Target="../media/image4.png"/><Relationship Id="rId15" Type="http://schemas.openxmlformats.org/officeDocument/2006/relationships/image" Target="../media/image7.png"/><Relationship Id="rId10" Type="http://schemas.openxmlformats.org/officeDocument/2006/relationships/image" Target="../media/image67.png"/><Relationship Id="rId14" Type="http://schemas.openxmlformats.org/officeDocument/2006/relationships/image" Target="../media/image4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png"/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A0CAD8-3646-FED4-E7B0-EC91F67849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DA22163C-D905-5EB2-D917-AB9B4440ED0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EE70719B-6E09-A296-C0F3-5B9B29436D5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49F057F0-D246-F8BC-36C0-5CE7F1619545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12F64F7D-6207-7B71-F45F-0984F0350B62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220C578B-A6FF-7B6F-1D35-734F2FBC00A7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29FC587C-2EC2-0592-2625-C6F13E1C1DD2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7D44D77A-73BB-0619-7DCA-9517668A6ED5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1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EC56D387-2B7D-1B99-4EE4-60839C45E2CE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D787E342-F2A0-8F88-EB9A-901AA66D5EB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172965735"/>
                  </p:ext>
                </p:extLst>
              </p:nvPr>
            </p:nvGraphicFramePr>
            <p:xfrm>
              <a:off x="195649" y="593203"/>
              <a:ext cx="11800702" cy="5774286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423544">
                      <a:extLst>
                        <a:ext uri="{9D8B030D-6E8A-4147-A177-3AD203B41FA5}">
                          <a16:colId xmlns:a16="http://schemas.microsoft.com/office/drawing/2014/main" val="421724179"/>
                        </a:ext>
                      </a:extLst>
                    </a:gridCol>
                    <a:gridCol w="3683650">
                      <a:extLst>
                        <a:ext uri="{9D8B030D-6E8A-4147-A177-3AD203B41FA5}">
                          <a16:colId xmlns:a16="http://schemas.microsoft.com/office/drawing/2014/main" val="2638151899"/>
                        </a:ext>
                      </a:extLst>
                    </a:gridCol>
                    <a:gridCol w="4693508">
                      <a:extLst>
                        <a:ext uri="{9D8B030D-6E8A-4147-A177-3AD203B41FA5}">
                          <a16:colId xmlns:a16="http://schemas.microsoft.com/office/drawing/2014/main" val="2242150472"/>
                        </a:ext>
                      </a:extLst>
                    </a:gridCol>
                  </a:tblGrid>
                  <a:tr h="402230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3000"/>
                            </a:lnSpc>
                          </a:pPr>
                          <a:endParaRPr lang="en-JP" sz="1500">
                            <a:solidFill>
                              <a:schemeClr val="tx1">
                                <a:lumMod val="65000"/>
                                <a:lumOff val="35000"/>
                              </a:schemeClr>
                            </a:solidFill>
                            <a:latin typeface="Liberation Sans" panose="020B0604020202020204" pitchFamily="34" charset="0"/>
                          </a:endParaRP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3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500" b="1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  <a:t>Con2020 </a:t>
                          </a:r>
                          <a:r>
                            <a:rPr lang="en-US" sz="1500" b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  <a:t>(Connerney+ 2020)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3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JP" sz="1500" b="1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  <a:t>FASTER </a:t>
                          </a:r>
                          <a:r>
                            <a:rPr lang="en-JP" sz="1500" b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  <a:t>(tantative values)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267086849"/>
                      </a:ext>
                    </a:extLst>
                  </a:tr>
                  <a:tr h="551967">
                    <a:tc>
                      <a:txBody>
                        <a:bodyPr/>
                        <a:lstStyle/>
                        <a:p>
                          <a:pPr algn="l">
                            <a:lnSpc>
                              <a:spcPct val="103000"/>
                            </a:lnSpc>
                          </a:pP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1500" b="0" i="1">
                                      <a:solidFill>
                                        <a:schemeClr val="tx1">
                                          <a:lumMod val="65000"/>
                                          <a:lumOff val="3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500" b="0" i="1">
                                      <a:solidFill>
                                        <a:schemeClr val="tx1">
                                          <a:lumMod val="65000"/>
                                          <a:lumOff val="3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𝜇</m:t>
                                  </m:r>
                                </m:e>
                                <m:sub>
                                  <m:r>
                                    <a:rPr lang="en-US" sz="1500" b="0" i="1">
                                      <a:solidFill>
                                        <a:schemeClr val="tx1">
                                          <a:lumMod val="65000"/>
                                          <a:lumOff val="3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sz="1500" b="0" i="1">
                                      <a:solidFill>
                                        <a:schemeClr val="tx1">
                                          <a:lumMod val="65000"/>
                                          <a:lumOff val="3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500" b="0" i="1">
                                      <a:solidFill>
                                        <a:schemeClr val="tx1">
                                          <a:lumMod val="65000"/>
                                          <a:lumOff val="3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sz="1500" b="0" i="1">
                                      <a:solidFill>
                                        <a:schemeClr val="tx1">
                                          <a:lumMod val="65000"/>
                                          <a:lumOff val="3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en-US" sz="1500" b="0" i="1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/2</m:t>
                              </m:r>
                            </m:oMath>
                          </a14:m>
                          <a:r>
                            <a:rPr lang="en-US" sz="1500" b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  <a:t>: azimuthal current constant</a:t>
                          </a: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3000"/>
                            </a:lnSpc>
                          </a:pPr>
                          <a:r>
                            <a:rPr lang="en-JP" sz="150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  <a:t>139.6 [nT]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3000"/>
                            </a:lnSpc>
                          </a:pPr>
                          <a:r>
                            <a:rPr lang="en-JP" sz="150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  <a:t>- -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53421306"/>
                      </a:ext>
                    </a:extLst>
                  </a:tr>
                  <a:tr h="551967">
                    <a:tc>
                      <a:txBody>
                        <a:bodyPr/>
                        <a:lstStyle/>
                        <a:p>
                          <a:pPr algn="l">
                            <a:lnSpc>
                              <a:spcPct val="103000"/>
                            </a:lnSpc>
                          </a:pP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1500" b="0" i="1">
                                      <a:solidFill>
                                        <a:schemeClr val="tx1">
                                          <a:lumMod val="65000"/>
                                          <a:lumOff val="3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500" b="0" i="1">
                                      <a:solidFill>
                                        <a:schemeClr val="tx1">
                                          <a:lumMod val="65000"/>
                                          <a:lumOff val="3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  <m:sub>
                                  <m:r>
                                    <a:rPr lang="en-US" sz="1500" b="0" i="1">
                                      <a:solidFill>
                                        <a:schemeClr val="tx1">
                                          <a:lumMod val="65000"/>
                                          <a:lumOff val="3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𝜑</m:t>
                                  </m:r>
                                  <m:r>
                                    <a:rPr lang="en-US" sz="1500" b="0" i="1">
                                      <a:solidFill>
                                        <a:schemeClr val="tx1">
                                          <a:lumMod val="65000"/>
                                          <a:lumOff val="3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,0</m:t>
                                  </m:r>
                                </m:sub>
                              </m:sSub>
                            </m:oMath>
                          </a14:m>
                          <a:r>
                            <a:rPr lang="en-JP" sz="1500" b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  <a:t>: azimuthal current constant</a:t>
                          </a: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3000"/>
                            </a:lnSpc>
                          </a:pPr>
                          <a:r>
                            <a:rPr lang="en-JP" sz="150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  <a:t>- -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3000"/>
                            </a:lnSpc>
                          </a:pPr>
                          <a:r>
                            <a:rPr lang="en-JP" sz="1500">
                              <a:solidFill>
                                <a:srgbClr val="FF4C00"/>
                              </a:solidFill>
                              <a:latin typeface="Liberation Sans" panose="020B0604020202020204" pitchFamily="34" charset="0"/>
                            </a:rPr>
                            <a:t>52.0 [A m</a:t>
                          </a:r>
                          <a:r>
                            <a:rPr lang="en-JP" sz="1500" baseline="30000">
                              <a:solidFill>
                                <a:srgbClr val="FF4C00"/>
                              </a:solidFill>
                              <a:latin typeface="Liberation Sans" panose="020B0604020202020204" pitchFamily="34" charset="0"/>
                            </a:rPr>
                            <a:t>-1</a:t>
                          </a:r>
                          <a:r>
                            <a:rPr lang="en-JP" sz="1500" baseline="0">
                              <a:solidFill>
                                <a:srgbClr val="FF4C00"/>
                              </a:solidFill>
                              <a:latin typeface="Liberation Sans" panose="020B0604020202020204" pitchFamily="34" charset="0"/>
                            </a:rPr>
                            <a:t>]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78302830"/>
                      </a:ext>
                    </a:extLst>
                  </a:tr>
                  <a:tr h="551967">
                    <a:tc>
                      <a:txBody>
                        <a:bodyPr/>
                        <a:lstStyle/>
                        <a:p>
                          <a:pPr algn="l">
                            <a:lnSpc>
                              <a:spcPct val="103000"/>
                            </a:lnSpc>
                          </a:pP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1500" b="0" i="1">
                                      <a:solidFill>
                                        <a:schemeClr val="tx1">
                                          <a:lumMod val="65000"/>
                                          <a:lumOff val="3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500" b="0" i="1">
                                      <a:solidFill>
                                        <a:schemeClr val="tx1">
                                          <a:lumMod val="65000"/>
                                          <a:lumOff val="3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sz="1500" b="0" i="1">
                                      <a:solidFill>
                                        <a:schemeClr val="tx1">
                                          <a:lumMod val="65000"/>
                                          <a:lumOff val="3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𝜌</m:t>
                                  </m:r>
                                  <m:r>
                                    <a:rPr lang="en-US" sz="1500" b="0" i="1">
                                      <a:solidFill>
                                        <a:schemeClr val="tx1">
                                          <a:lumMod val="65000"/>
                                          <a:lumOff val="3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,0</m:t>
                                  </m:r>
                                </m:sub>
                              </m:sSub>
                            </m:oMath>
                          </a14:m>
                          <a:r>
                            <a:rPr lang="en-JP" sz="1500" b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  <a:t>: radial current constant</a:t>
                          </a: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3000"/>
                            </a:lnSpc>
                          </a:pPr>
                          <a:r>
                            <a:rPr lang="en-JP" sz="150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  <a:t>16.7 [MA]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3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500" b="0">
                              <a:solidFill>
                                <a:srgbClr val="FF4C00"/>
                              </a:solidFill>
                              <a:latin typeface="Liberation Sans" panose="020B0604020202020204" pitchFamily="34" charset="0"/>
                            </a:rPr>
                            <a:t>16.7 [MA]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408116695"/>
                      </a:ext>
                    </a:extLst>
                  </a:tr>
                  <a:tr h="551967">
                    <a:tc>
                      <a:txBody>
                        <a:bodyPr/>
                        <a:lstStyle/>
                        <a:p>
                          <a:pPr algn="l">
                            <a:lnSpc>
                              <a:spcPct val="103000"/>
                            </a:lnSpc>
                          </a:pP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1500" b="0" i="1">
                                      <a:solidFill>
                                        <a:schemeClr val="tx1">
                                          <a:lumMod val="65000"/>
                                          <a:lumOff val="3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500" b="0" i="1">
                                      <a:solidFill>
                                        <a:schemeClr val="tx1">
                                          <a:lumMod val="65000"/>
                                          <a:lumOff val="3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𝐷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sz="1500" b="0" i="1">
                                      <a:solidFill>
                                        <a:schemeClr val="tx1">
                                          <a:lumMod val="65000"/>
                                          <a:lumOff val="3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cs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sz="1500" b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  <a:t> </a:t>
                          </a: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3000"/>
                            </a:lnSpc>
                          </a:pPr>
                          <a:r>
                            <a:rPr lang="en-JP" sz="150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  <a:t>3.6 [R</a:t>
                          </a:r>
                          <a:r>
                            <a:rPr lang="en-JP" sz="1500" baseline="-2500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  <a:t>J</a:t>
                          </a:r>
                          <a:r>
                            <a:rPr lang="en-JP" sz="1500" baseline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  <a:t>]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3000"/>
                            </a:lnSpc>
                          </a:pPr>
                          <a:r>
                            <a:rPr lang="en-JP" sz="1500" baseline="0">
                              <a:solidFill>
                                <a:srgbClr val="0059FF"/>
                              </a:solidFill>
                              <a:latin typeface="Liberation Sans" panose="020B0604020202020204" pitchFamily="34" charset="0"/>
                            </a:rPr>
                            <a:t>2.5 [R</a:t>
                          </a:r>
                          <a:r>
                            <a:rPr lang="en-JP" sz="1500" baseline="-25000">
                              <a:solidFill>
                                <a:srgbClr val="0059FF"/>
                              </a:solidFill>
                              <a:latin typeface="Liberation Sans" panose="020B0604020202020204" pitchFamily="34" charset="0"/>
                            </a:rPr>
                            <a:t>J</a:t>
                          </a:r>
                          <a:r>
                            <a:rPr lang="en-JP" sz="1500" baseline="0">
                              <a:solidFill>
                                <a:srgbClr val="0059FF"/>
                              </a:solidFill>
                              <a:latin typeface="Liberation Sans" panose="020B0604020202020204" pitchFamily="34" charset="0"/>
                            </a:rPr>
                            <a:t>]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459701088"/>
                      </a:ext>
                    </a:extLst>
                  </a:tr>
                  <a:tr h="791047">
                    <a:tc>
                      <a:txBody>
                        <a:bodyPr/>
                        <a:lstStyle/>
                        <a:p>
                          <a:pPr algn="l">
                            <a:lnSpc>
                              <a:spcPct val="103000"/>
                            </a:lnSpc>
                          </a:pP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1500" b="0" i="1">
                                      <a:solidFill>
                                        <a:schemeClr val="tx1">
                                          <a:lumMod val="65000"/>
                                          <a:lumOff val="3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500" b="0" i="1">
                                      <a:solidFill>
                                        <a:schemeClr val="tx1">
                                          <a:lumMod val="65000"/>
                                          <a:lumOff val="3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sz="1500" b="0" i="1">
                                      <a:solidFill>
                                        <a:schemeClr val="tx1">
                                          <a:lumMod val="65000"/>
                                          <a:lumOff val="3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D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sz="1500" b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  <a:t>: tilt angle of current</a:t>
                          </a:r>
                          <a:r>
                            <a:rPr lang="en-US" sz="1500" b="0" baseline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  <a:t> sheet normal</a:t>
                          </a:r>
                          <a:endParaRPr lang="en-US" sz="1500" b="0">
                            <a:solidFill>
                              <a:schemeClr val="tx1">
                                <a:lumMod val="65000"/>
                                <a:lumOff val="35000"/>
                              </a:schemeClr>
                            </a:solidFill>
                            <a:latin typeface="Liberation Sans" panose="020B0604020202020204" pitchFamily="34" charset="0"/>
                          </a:endParaRPr>
                        </a:p>
                        <a:p>
                          <a:pPr algn="l">
                            <a:lnSpc>
                              <a:spcPct val="103000"/>
                            </a:lnSpc>
                          </a:pP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1500" b="0" i="1">
                                      <a:solidFill>
                                        <a:schemeClr val="tx1">
                                          <a:lumMod val="65000"/>
                                          <a:lumOff val="3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500" b="0" i="1">
                                      <a:solidFill>
                                        <a:schemeClr val="tx1">
                                          <a:lumMod val="65000"/>
                                          <a:lumOff val="3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𝜑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sz="1500" b="0" i="1">
                                      <a:solidFill>
                                        <a:schemeClr val="tx1">
                                          <a:lumMod val="65000"/>
                                          <a:lumOff val="3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D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sz="1500" b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  <a:t>: azimuthal angle of the tilt</a:t>
                          </a: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3000"/>
                            </a:lnSpc>
                          </a:pP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1500" b="0" i="1">
                                      <a:solidFill>
                                        <a:schemeClr val="tx1">
                                          <a:lumMod val="65000"/>
                                          <a:lumOff val="3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500" b="0" i="1">
                                      <a:solidFill>
                                        <a:schemeClr val="tx1">
                                          <a:lumMod val="65000"/>
                                          <a:lumOff val="3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sz="1500" b="0" i="1">
                                      <a:solidFill>
                                        <a:schemeClr val="tx1">
                                          <a:lumMod val="65000"/>
                                          <a:lumOff val="3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D</m:t>
                                  </m:r>
                                </m:sub>
                              </m:sSub>
                              <m:r>
                                <a:rPr lang="en-US" sz="1500" b="0" i="0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oMath>
                          </a14:m>
                          <a:r>
                            <a:rPr lang="en-US" sz="1500" b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  <a:t>= 9.3 [deg]</a:t>
                          </a:r>
                          <a:br>
                            <a:rPr lang="en-US" sz="1500" b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</a:b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1500" b="0" i="1">
                                      <a:solidFill>
                                        <a:schemeClr val="tx1">
                                          <a:lumMod val="65000"/>
                                          <a:lumOff val="3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500" b="0" i="1">
                                      <a:solidFill>
                                        <a:schemeClr val="tx1">
                                          <a:lumMod val="65000"/>
                                          <a:lumOff val="3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𝜑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sz="1500" b="0" i="1">
                                      <a:solidFill>
                                        <a:schemeClr val="tx1">
                                          <a:lumMod val="65000"/>
                                          <a:lumOff val="3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D</m:t>
                                  </m:r>
                                </m:sub>
                              </m:sSub>
                              <m:r>
                                <a:rPr lang="en-US" sz="1500" b="0" i="0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oMath>
                          </a14:m>
                          <a:r>
                            <a:rPr lang="en-US" sz="1500" b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  <a:t>= 155.8 [deg] (right</a:t>
                          </a:r>
                          <a:r>
                            <a:rPr lang="en-US" sz="1500" b="0" baseline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  <a:t> handed</a:t>
                          </a:r>
                          <a:r>
                            <a:rPr lang="en-US" sz="1500" b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  <a:t>)</a:t>
                          </a:r>
                          <a:endParaRPr lang="en-JP" sz="1500">
                            <a:solidFill>
                              <a:schemeClr val="tx1">
                                <a:lumMod val="65000"/>
                                <a:lumOff val="35000"/>
                              </a:schemeClr>
                            </a:solidFill>
                            <a:latin typeface="Liberation Sans" panose="020B0604020202020204" pitchFamily="34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3000"/>
                            </a:lnSpc>
                          </a:pPr>
                          <a:r>
                            <a:rPr lang="en-JP" sz="150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  <a:t>← Same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60724411"/>
                      </a:ext>
                    </a:extLst>
                  </a:tr>
                  <a:tr h="791047">
                    <a:tc>
                      <a:txBody>
                        <a:bodyPr/>
                        <a:lstStyle/>
                        <a:p>
                          <a:pPr algn="l">
                            <a:lnSpc>
                              <a:spcPct val="103000"/>
                            </a:lnSpc>
                          </a:pP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1500" b="0" i="1">
                                      <a:solidFill>
                                        <a:schemeClr val="tx1">
                                          <a:lumMod val="65000"/>
                                          <a:lumOff val="3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500" b="0" i="1">
                                      <a:solidFill>
                                        <a:schemeClr val="tx1">
                                          <a:lumMod val="65000"/>
                                          <a:lumOff val="3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  <m:sub>
                                  <m:r>
                                    <a:rPr lang="en-US" sz="1500" b="0" i="1">
                                      <a:solidFill>
                                        <a:schemeClr val="tx1">
                                          <a:lumMod val="65000"/>
                                          <a:lumOff val="3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sz="1500" b="0" i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  <a:t>:</a:t>
                          </a:r>
                          <a:r>
                            <a:rPr lang="en-US" sz="1500" b="0" i="0" baseline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  <a:t> inner edge distance</a:t>
                          </a:r>
                          <a:br>
                            <a:rPr lang="en-US" sz="1500" b="0" i="1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</a:b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1500" b="0" i="1">
                                      <a:solidFill>
                                        <a:schemeClr val="tx1">
                                          <a:lumMod val="65000"/>
                                          <a:lumOff val="3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500" b="0" i="1">
                                      <a:solidFill>
                                        <a:schemeClr val="tx1">
                                          <a:lumMod val="65000"/>
                                          <a:lumOff val="3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  <m:sub>
                                  <m:r>
                                    <a:rPr lang="en-US" sz="1500" b="0" i="1">
                                      <a:solidFill>
                                        <a:schemeClr val="tx1">
                                          <a:lumMod val="65000"/>
                                          <a:lumOff val="3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a14:m>
                          <a:r>
                            <a:rPr lang="en-JP" sz="1500" b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  <a:t>: outer edge distance</a:t>
                          </a: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3000"/>
                            </a:lnSpc>
                          </a:pP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1500" b="0" i="1">
                                      <a:solidFill>
                                        <a:schemeClr val="tx1">
                                          <a:lumMod val="65000"/>
                                          <a:lumOff val="3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500" b="0" i="1">
                                      <a:solidFill>
                                        <a:schemeClr val="tx1">
                                          <a:lumMod val="65000"/>
                                          <a:lumOff val="3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  <m:sub>
                                  <m:r>
                                    <a:rPr lang="en-US" sz="1500" b="0" i="1">
                                      <a:solidFill>
                                        <a:schemeClr val="tx1">
                                          <a:lumMod val="65000"/>
                                          <a:lumOff val="3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sz="1500" b="0" i="0" baseline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  <a:t> = 7.8 [R</a:t>
                          </a:r>
                          <a:r>
                            <a:rPr lang="en-US" sz="1500" b="0" i="0" baseline="-2500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  <a:t>J</a:t>
                          </a:r>
                          <a:r>
                            <a:rPr lang="en-US" sz="1500" b="0" i="0" baseline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  <a:t>]</a:t>
                          </a:r>
                          <a:br>
                            <a:rPr lang="en-US" sz="1500" b="0" i="0" baseline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</a:b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1500" b="0" i="1">
                                      <a:solidFill>
                                        <a:schemeClr val="tx1">
                                          <a:lumMod val="65000"/>
                                          <a:lumOff val="3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500" b="0" i="1">
                                      <a:solidFill>
                                        <a:schemeClr val="tx1">
                                          <a:lumMod val="65000"/>
                                          <a:lumOff val="3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  <m:sub>
                                  <m:r>
                                    <a:rPr lang="en-US" sz="1500" b="0" i="1">
                                      <a:solidFill>
                                        <a:schemeClr val="tx1">
                                          <a:lumMod val="65000"/>
                                          <a:lumOff val="3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a14:m>
                          <a:r>
                            <a:rPr lang="en-JP" sz="1500" b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  <a:t> = 51.4 [R</a:t>
                          </a:r>
                          <a:r>
                            <a:rPr lang="en-JP" sz="1500" b="0" baseline="-2500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  <a:t>J</a:t>
                          </a:r>
                          <a:r>
                            <a:rPr lang="en-JP" sz="1500" b="0" baseline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  <a:t>]</a:t>
                          </a:r>
                          <a:endParaRPr lang="en-JP" sz="1500" baseline="0">
                            <a:solidFill>
                              <a:schemeClr val="tx1">
                                <a:lumMod val="65000"/>
                                <a:lumOff val="35000"/>
                              </a:schemeClr>
                            </a:solidFill>
                            <a:latin typeface="Liberation Sans" panose="020B0604020202020204" pitchFamily="34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3000"/>
                            </a:lnSpc>
                          </a:pPr>
                          <a:r>
                            <a:rPr lang="en-JP" sz="150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  <a:t>- -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394022776"/>
                      </a:ext>
                    </a:extLst>
                  </a:tr>
                  <a:tr h="791047">
                    <a:tc>
                      <a:txBody>
                        <a:bodyPr/>
                        <a:lstStyle/>
                        <a:p>
                          <a:pPr algn="l">
                            <a:lnSpc>
                              <a:spcPct val="103000"/>
                            </a:lnSpc>
                          </a:pPr>
                          <a14:m>
                            <m:oMath xmlns:m="http://schemas.openxmlformats.org/officeDocument/2006/math">
                              <m:r>
                                <a:rPr lang="en-US" sz="1500" b="0" i="1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  <m:r>
                                <a:rPr lang="en-US" sz="1500" b="0" i="0" baseline="-25000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en-US" sz="1500" b="0" i="0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US" sz="1500" b="0" i="1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  <m:r>
                                <a:rPr lang="en-US" sz="1500" b="0" i="0" baseline="-25000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sz="1500" b="0" i="0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US" sz="1500" b="0" i="1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  <m:r>
                                <a:rPr lang="en-US" sz="1500" b="0" i="0" baseline="-25000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  <m:r>
                                <a:rPr lang="en-US" sz="1500" b="0" i="1" baseline="0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1500" b="0" i="1" baseline="0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  <m:r>
                                <a:rPr lang="en-US" sz="1500" b="0" i="1" baseline="-25000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  <m:r>
                                <a:rPr lang="en-US" sz="1500" b="0" i="1" baseline="0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:</m:t>
                              </m:r>
                            </m:oMath>
                          </a14:m>
                          <a:r>
                            <a:rPr lang="en-US" sz="1500" b="0" i="1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  <a:t> </a:t>
                          </a:r>
                          <a:r>
                            <a:rPr lang="en-US" sz="1500" b="0" i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  <a:t>shape parameters</a:t>
                          </a:r>
                          <a:br>
                            <a:rPr lang="en-US" sz="1500" b="0" i="1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</a:br>
                          <a14:m>
                            <m:oMath xmlns:m="http://schemas.openxmlformats.org/officeDocument/2006/math">
                              <m:r>
                                <a:rPr lang="en-US" sz="1500" b="0" i="1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  <m:r>
                                <a:rPr lang="en-US" sz="1500" b="0" i="0" baseline="-25000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en-US" sz="1500" b="0" i="0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US" sz="1500" b="0" i="1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  <m:r>
                                <a:rPr lang="en-US" sz="1500" b="0" i="0" baseline="-25000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sz="1500" b="0" i="0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US" sz="1500" b="0" i="1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  <m:r>
                                <a:rPr lang="en-US" sz="1500" b="0" i="0" baseline="-25000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  <m:r>
                                <a:rPr lang="en-US" sz="1500" b="0" i="1" baseline="0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1500" b="0" i="1" baseline="0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  <m:r>
                                <a:rPr lang="en-US" sz="1500" b="0" i="1" baseline="-25000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  <m:r>
                                <a:rPr lang="en-US" sz="1500" b="0" i="1" baseline="0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:</m:t>
                              </m:r>
                            </m:oMath>
                          </a14:m>
                          <a:r>
                            <a:rPr lang="en-US" sz="1500" b="0" i="1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  <a:t> </a:t>
                          </a:r>
                          <a:r>
                            <a:rPr lang="en-US" sz="1500" b="0" i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  <a:t>kernel weight</a:t>
                          </a:r>
                          <a:endParaRPr lang="en-JP" sz="1500" b="1" i="0">
                            <a:solidFill>
                              <a:schemeClr val="tx1">
                                <a:lumMod val="65000"/>
                                <a:lumOff val="35000"/>
                              </a:schemeClr>
                            </a:solidFill>
                            <a:latin typeface="Liberation Sans" panose="020B0604020202020204" pitchFamily="34" charset="0"/>
                          </a:endParaRP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3000"/>
                            </a:lnSpc>
                          </a:pPr>
                          <a:r>
                            <a:rPr lang="en-JP" sz="150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  <a:t>- - 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3000"/>
                            </a:lnSpc>
                          </a:pPr>
                          <a14:m>
                            <m:oMath xmlns:m="http://schemas.openxmlformats.org/officeDocument/2006/math">
                              <m:r>
                                <a:rPr lang="en-US" sz="1500" b="0" i="1">
                                  <a:solidFill>
                                    <a:srgbClr val="0059FF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1500" b="0" i="1">
                                  <a:solidFill>
                                    <a:srgbClr val="0059FF"/>
                                  </a:solidFill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  <m:r>
                                <a:rPr lang="en-US" sz="1500" b="0" i="1" baseline="-25000">
                                  <a:solidFill>
                                    <a:srgbClr val="0059FF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en-US" sz="1500" b="0" i="1" baseline="0">
                                  <a:solidFill>
                                    <a:srgbClr val="0059FF"/>
                                  </a:solidFill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US" sz="1500" b="0" i="1" baseline="0">
                                  <a:solidFill>
                                    <a:srgbClr val="0059FF"/>
                                  </a:solidFill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  <m:r>
                                <a:rPr lang="en-US" sz="1500" b="0" i="1" baseline="-25000">
                                  <a:solidFill>
                                    <a:srgbClr val="0059FF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sz="1500" b="0" i="1" baseline="0">
                                  <a:solidFill>
                                    <a:srgbClr val="0059FF"/>
                                  </a:solidFill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US" sz="1500" b="0" i="1" baseline="0">
                                  <a:solidFill>
                                    <a:srgbClr val="0059FF"/>
                                  </a:solidFill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  <m:r>
                                <a:rPr lang="en-US" sz="1500" b="0" i="1" baseline="-25000">
                                  <a:solidFill>
                                    <a:srgbClr val="0059FF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  <m:r>
                                <a:rPr lang="en-US" sz="1500" b="0" i="1" baseline="0">
                                  <a:solidFill>
                                    <a:srgbClr val="0059FF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oMath>
                          </a14:m>
                          <a:r>
                            <a:rPr lang="en-US" sz="1500" b="0" i="0" baseline="0">
                              <a:solidFill>
                                <a:srgbClr val="0059FF"/>
                              </a:solidFill>
                              <a:latin typeface="Liberation Sans" panose="020B0604020202020204" pitchFamily="34" charset="0"/>
                            </a:rPr>
                            <a:t> = (5.0, 14.0, 46.0) [R</a:t>
                          </a:r>
                          <a:r>
                            <a:rPr lang="en-US" sz="1500" b="0" i="0" baseline="-25000">
                              <a:solidFill>
                                <a:srgbClr val="0059FF"/>
                              </a:solidFill>
                              <a:latin typeface="Liberation Sans" panose="020B0604020202020204" pitchFamily="34" charset="0"/>
                            </a:rPr>
                            <a:t>J</a:t>
                          </a:r>
                          <a:r>
                            <a:rPr lang="en-US" sz="1500" b="0" i="0" baseline="0">
                              <a:solidFill>
                                <a:srgbClr val="0059FF"/>
                              </a:solidFill>
                              <a:latin typeface="Liberation Sans" panose="020B0604020202020204" pitchFamily="34" charset="0"/>
                            </a:rPr>
                            <a:t>]</a:t>
                          </a:r>
                        </a:p>
                        <a:p>
                          <a:pPr>
                            <a:lnSpc>
                              <a:spcPct val="103000"/>
                            </a:lnSpc>
                          </a:pPr>
                          <a14:m>
                            <m:oMath xmlns:m="http://schemas.openxmlformats.org/officeDocument/2006/math">
                              <m:r>
                                <a:rPr lang="en-US" sz="1500" b="0" i="1">
                                  <a:solidFill>
                                    <a:srgbClr val="0059FF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1500" b="0" i="1">
                                  <a:solidFill>
                                    <a:srgbClr val="0059FF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  <m:r>
                                <a:rPr lang="en-US" sz="1500" b="0" i="1" baseline="-25000">
                                  <a:solidFill>
                                    <a:srgbClr val="0059FF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en-US" sz="1500" b="0" i="1" baseline="0">
                                  <a:solidFill>
                                    <a:srgbClr val="0059FF"/>
                                  </a:solidFill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US" sz="1500" b="0" i="1" baseline="0">
                                  <a:solidFill>
                                    <a:srgbClr val="0059FF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  <m:r>
                                <a:rPr lang="en-US" sz="1500" b="0" i="1" baseline="-25000">
                                  <a:solidFill>
                                    <a:srgbClr val="0059FF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sz="1500" b="0" i="1" baseline="0">
                                  <a:solidFill>
                                    <a:srgbClr val="0059FF"/>
                                  </a:solidFill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US" sz="1500" b="0" i="1" baseline="0">
                                  <a:solidFill>
                                    <a:srgbClr val="0059FF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  <m:r>
                                <a:rPr lang="en-US" sz="1500" b="0" i="1" baseline="-25000">
                                  <a:solidFill>
                                    <a:srgbClr val="0059FF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  <m:r>
                                <a:rPr lang="en-US" sz="1500" b="0" i="1" baseline="0">
                                  <a:solidFill>
                                    <a:srgbClr val="0059FF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oMath>
                          </a14:m>
                          <a:r>
                            <a:rPr lang="en-US" sz="1500" b="0" i="0" baseline="0">
                              <a:solidFill>
                                <a:srgbClr val="0059FF"/>
                              </a:solidFill>
                              <a:latin typeface="Liberation Sans" panose="020B0604020202020204" pitchFamily="34" charset="0"/>
                            </a:rPr>
                            <a:t> = (-0.06, 1.39, -0.90)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426330394"/>
                      </a:ext>
                    </a:extLst>
                  </a:tr>
                  <a:tr h="791047">
                    <a:tc>
                      <a:txBody>
                        <a:bodyPr/>
                        <a:lstStyle/>
                        <a:p>
                          <a:pPr algn="l">
                            <a:lnSpc>
                              <a:spcPct val="103000"/>
                            </a:lnSpc>
                          </a:pPr>
                          <a:r>
                            <a:rPr lang="en-JP" sz="1500" b="0" i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  <a:t>Fitting distance</a:t>
                          </a: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3000"/>
                            </a:lnSpc>
                          </a:pPr>
                          <a:r>
                            <a:rPr lang="en-JP" sz="150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  <a:t>~8–30 [R</a:t>
                          </a:r>
                          <a:r>
                            <a:rPr lang="en-JP" sz="1500" baseline="-2500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  <a:t>J</a:t>
                          </a:r>
                          <a:r>
                            <a:rPr lang="en-JP" sz="150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  <a:t>]</a:t>
                          </a:r>
                          <a:br>
                            <a:rPr lang="en-JP" sz="150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</a:br>
                          <a:r>
                            <a:rPr lang="en-JP" sz="150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  <a:t>(the inner edge difined as |B| &lt; 2000 nT)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3000"/>
                            </a:lnSpc>
                          </a:pPr>
                          <a:r>
                            <a:rPr lang="en-US" sz="1500" b="0" i="0" baseline="0">
                              <a:solidFill>
                                <a:srgbClr val="0059FF"/>
                              </a:solidFill>
                              <a:latin typeface="Liberation Sans" panose="020B0604020202020204" pitchFamily="34" charset="0"/>
                            </a:rPr>
                            <a:t>ρ &gt; 5 [R</a:t>
                          </a:r>
                          <a:r>
                            <a:rPr lang="en-US" sz="1500" b="0" i="0" baseline="-25000">
                              <a:solidFill>
                                <a:srgbClr val="0059FF"/>
                              </a:solidFill>
                              <a:latin typeface="Liberation Sans" panose="020B0604020202020204" pitchFamily="34" charset="0"/>
                            </a:rPr>
                            <a:t>J</a:t>
                          </a:r>
                          <a:r>
                            <a:rPr lang="en-US" sz="1500" b="0" i="0" baseline="0">
                              <a:solidFill>
                                <a:srgbClr val="0059FF"/>
                              </a:solidFill>
                              <a:latin typeface="Liberation Sans" panose="020B0604020202020204" pitchFamily="34" charset="0"/>
                            </a:rPr>
                            <a:t>] &amp;  r &lt; 30 [R</a:t>
                          </a:r>
                          <a:r>
                            <a:rPr lang="en-US" sz="1500" b="0" i="0" baseline="-25000">
                              <a:solidFill>
                                <a:srgbClr val="0059FF"/>
                              </a:solidFill>
                              <a:latin typeface="Liberation Sans" panose="020B0604020202020204" pitchFamily="34" charset="0"/>
                            </a:rPr>
                            <a:t>J</a:t>
                          </a:r>
                          <a:r>
                            <a:rPr lang="en-US" sz="1500" b="0" i="0" baseline="0">
                              <a:solidFill>
                                <a:srgbClr val="0059FF"/>
                              </a:solidFill>
                              <a:latin typeface="Liberation Sans" panose="020B0604020202020204" pitchFamily="34" charset="0"/>
                            </a:rPr>
                            <a:t>]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52622786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D787E342-F2A0-8F88-EB9A-901AA66D5EB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172965735"/>
                  </p:ext>
                </p:extLst>
              </p:nvPr>
            </p:nvGraphicFramePr>
            <p:xfrm>
              <a:off x="195649" y="593203"/>
              <a:ext cx="11800702" cy="5774286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423544">
                      <a:extLst>
                        <a:ext uri="{9D8B030D-6E8A-4147-A177-3AD203B41FA5}">
                          <a16:colId xmlns:a16="http://schemas.microsoft.com/office/drawing/2014/main" val="421724179"/>
                        </a:ext>
                      </a:extLst>
                    </a:gridCol>
                    <a:gridCol w="3683650">
                      <a:extLst>
                        <a:ext uri="{9D8B030D-6E8A-4147-A177-3AD203B41FA5}">
                          <a16:colId xmlns:a16="http://schemas.microsoft.com/office/drawing/2014/main" val="2638151899"/>
                        </a:ext>
                      </a:extLst>
                    </a:gridCol>
                    <a:gridCol w="4693508">
                      <a:extLst>
                        <a:ext uri="{9D8B030D-6E8A-4147-A177-3AD203B41FA5}">
                          <a16:colId xmlns:a16="http://schemas.microsoft.com/office/drawing/2014/main" val="2242150472"/>
                        </a:ext>
                      </a:extLst>
                    </a:gridCol>
                  </a:tblGrid>
                  <a:tr h="402230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3000"/>
                            </a:lnSpc>
                          </a:pPr>
                          <a:endParaRPr lang="en-JP" sz="1500">
                            <a:solidFill>
                              <a:schemeClr val="tx1">
                                <a:lumMod val="65000"/>
                                <a:lumOff val="35000"/>
                              </a:schemeClr>
                            </a:solidFill>
                            <a:latin typeface="Liberation Sans" panose="020B0604020202020204" pitchFamily="34" charset="0"/>
                          </a:endParaRP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3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500" b="1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  <a:t>Con2020 </a:t>
                          </a:r>
                          <a:r>
                            <a:rPr lang="en-US" sz="1500" b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  <a:t>(Connerney+ 2020)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3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JP" sz="1500" b="1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  <a:t>FASTER </a:t>
                          </a:r>
                          <a:r>
                            <a:rPr lang="en-JP" sz="1500" b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  <a:t>(tantative values)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267086849"/>
                      </a:ext>
                    </a:extLst>
                  </a:tr>
                  <a:tr h="551967">
                    <a:tc>
                      <a:txBody>
                        <a:bodyPr/>
                        <a:lstStyle/>
                        <a:p>
                          <a:endParaRPr lang="en-JP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t="-79070" r="-244815" b="-8883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3000"/>
                            </a:lnSpc>
                          </a:pPr>
                          <a:r>
                            <a:rPr lang="en-JP" sz="150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  <a:t>139.6 [nT]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3000"/>
                            </a:lnSpc>
                          </a:pPr>
                          <a:r>
                            <a:rPr lang="en-JP" sz="150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  <a:t>- -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53421306"/>
                      </a:ext>
                    </a:extLst>
                  </a:tr>
                  <a:tr h="551967">
                    <a:tc>
                      <a:txBody>
                        <a:bodyPr/>
                        <a:lstStyle/>
                        <a:p>
                          <a:endParaRPr lang="en-JP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t="-175000" r="-244815" b="-76818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3000"/>
                            </a:lnSpc>
                          </a:pPr>
                          <a:r>
                            <a:rPr lang="en-JP" sz="150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  <a:t>- -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3000"/>
                            </a:lnSpc>
                          </a:pPr>
                          <a:r>
                            <a:rPr lang="en-JP" sz="1500">
                              <a:solidFill>
                                <a:srgbClr val="FF4C00"/>
                              </a:solidFill>
                              <a:latin typeface="Liberation Sans" panose="020B0604020202020204" pitchFamily="34" charset="0"/>
                            </a:rPr>
                            <a:t>52.0 [A m</a:t>
                          </a:r>
                          <a:r>
                            <a:rPr lang="en-JP" sz="1500" baseline="30000">
                              <a:solidFill>
                                <a:srgbClr val="FF4C00"/>
                              </a:solidFill>
                              <a:latin typeface="Liberation Sans" panose="020B0604020202020204" pitchFamily="34" charset="0"/>
                            </a:rPr>
                            <a:t>-1</a:t>
                          </a:r>
                          <a:r>
                            <a:rPr lang="en-JP" sz="1500" baseline="0">
                              <a:solidFill>
                                <a:srgbClr val="FF4C00"/>
                              </a:solidFill>
                              <a:latin typeface="Liberation Sans" panose="020B0604020202020204" pitchFamily="34" charset="0"/>
                            </a:rPr>
                            <a:t>]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78302830"/>
                      </a:ext>
                    </a:extLst>
                  </a:tr>
                  <a:tr h="551967">
                    <a:tc>
                      <a:txBody>
                        <a:bodyPr/>
                        <a:lstStyle/>
                        <a:p>
                          <a:endParaRPr lang="en-JP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t="-275000" r="-244815" b="-66818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3000"/>
                            </a:lnSpc>
                          </a:pPr>
                          <a:r>
                            <a:rPr lang="en-JP" sz="150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  <a:t>16.7 [MA]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3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500" b="0">
                              <a:solidFill>
                                <a:srgbClr val="FF4C00"/>
                              </a:solidFill>
                              <a:latin typeface="Liberation Sans" panose="020B0604020202020204" pitchFamily="34" charset="0"/>
                            </a:rPr>
                            <a:t>16.7 [MA]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408116695"/>
                      </a:ext>
                    </a:extLst>
                  </a:tr>
                  <a:tr h="551967">
                    <a:tc>
                      <a:txBody>
                        <a:bodyPr/>
                        <a:lstStyle/>
                        <a:p>
                          <a:endParaRPr lang="en-JP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t="-383721" r="-244815" b="-58372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3000"/>
                            </a:lnSpc>
                          </a:pPr>
                          <a:r>
                            <a:rPr lang="en-JP" sz="150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  <a:t>3.6 [R</a:t>
                          </a:r>
                          <a:r>
                            <a:rPr lang="en-JP" sz="1500" baseline="-2500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  <a:t>J</a:t>
                          </a:r>
                          <a:r>
                            <a:rPr lang="en-JP" sz="1500" baseline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  <a:t>]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3000"/>
                            </a:lnSpc>
                          </a:pPr>
                          <a:r>
                            <a:rPr lang="en-JP" sz="1500" baseline="0">
                              <a:solidFill>
                                <a:srgbClr val="0059FF"/>
                              </a:solidFill>
                              <a:latin typeface="Liberation Sans" panose="020B0604020202020204" pitchFamily="34" charset="0"/>
                            </a:rPr>
                            <a:t>2.5 [R</a:t>
                          </a:r>
                          <a:r>
                            <a:rPr lang="en-JP" sz="1500" baseline="-25000">
                              <a:solidFill>
                                <a:srgbClr val="0059FF"/>
                              </a:solidFill>
                              <a:latin typeface="Liberation Sans" panose="020B0604020202020204" pitchFamily="34" charset="0"/>
                            </a:rPr>
                            <a:t>J</a:t>
                          </a:r>
                          <a:r>
                            <a:rPr lang="en-JP" sz="1500" baseline="0">
                              <a:solidFill>
                                <a:srgbClr val="0059FF"/>
                              </a:solidFill>
                              <a:latin typeface="Liberation Sans" panose="020B0604020202020204" pitchFamily="34" charset="0"/>
                            </a:rPr>
                            <a:t>]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459701088"/>
                      </a:ext>
                    </a:extLst>
                  </a:tr>
                  <a:tr h="791047">
                    <a:tc>
                      <a:txBody>
                        <a:bodyPr/>
                        <a:lstStyle/>
                        <a:p>
                          <a:endParaRPr lang="en-JP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t="-330159" r="-244815" b="-2984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JP"/>
                        </a:p>
                      </a:txBody>
                      <a:tcPr anchor="ctr">
                        <a:lnL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93103" t="-330159" r="-127931" b="-2984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3000"/>
                            </a:lnSpc>
                          </a:pPr>
                          <a:r>
                            <a:rPr lang="en-JP" sz="150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  <a:t>← Same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60724411"/>
                      </a:ext>
                    </a:extLst>
                  </a:tr>
                  <a:tr h="791047">
                    <a:tc>
                      <a:txBody>
                        <a:bodyPr/>
                        <a:lstStyle/>
                        <a:p>
                          <a:endParaRPr lang="en-JP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t="-437097" r="-244815" b="-20322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JP"/>
                        </a:p>
                      </a:txBody>
                      <a:tcPr anchor="ctr">
                        <a:lnL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93103" t="-437097" r="-127931" b="-20322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3000"/>
                            </a:lnSpc>
                          </a:pPr>
                          <a:r>
                            <a:rPr lang="en-JP" sz="150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  <a:t>- -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394022776"/>
                      </a:ext>
                    </a:extLst>
                  </a:tr>
                  <a:tr h="791047">
                    <a:tc>
                      <a:txBody>
                        <a:bodyPr/>
                        <a:lstStyle/>
                        <a:p>
                          <a:endParaRPr lang="en-JP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t="-528571" r="-244815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3000"/>
                            </a:lnSpc>
                          </a:pPr>
                          <a:r>
                            <a:rPr lang="en-JP" sz="150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  <a:t>- - 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JP"/>
                        </a:p>
                      </a:txBody>
                      <a:tcPr anchor="ctr">
                        <a:lnL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151351" t="-528571" r="-270" b="-1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26330394"/>
                      </a:ext>
                    </a:extLst>
                  </a:tr>
                  <a:tr h="791047">
                    <a:tc>
                      <a:txBody>
                        <a:bodyPr/>
                        <a:lstStyle/>
                        <a:p>
                          <a:pPr algn="l">
                            <a:lnSpc>
                              <a:spcPct val="103000"/>
                            </a:lnSpc>
                          </a:pPr>
                          <a:r>
                            <a:rPr lang="en-JP" sz="1500" b="0" i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  <a:t>Fitting distance</a:t>
                          </a: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3000"/>
                            </a:lnSpc>
                          </a:pPr>
                          <a:r>
                            <a:rPr lang="en-JP" sz="150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  <a:t>~8–30 [R</a:t>
                          </a:r>
                          <a:r>
                            <a:rPr lang="en-JP" sz="1500" baseline="-2500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  <a:t>J</a:t>
                          </a:r>
                          <a:r>
                            <a:rPr lang="en-JP" sz="150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  <a:t>]</a:t>
                          </a:r>
                          <a:br>
                            <a:rPr lang="en-JP" sz="150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</a:br>
                          <a:r>
                            <a:rPr lang="en-JP" sz="150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  <a:t>(the inner edge difined as |B| &lt; 2000 nT)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3000"/>
                            </a:lnSpc>
                          </a:pPr>
                          <a:r>
                            <a:rPr lang="en-US" sz="1500" b="0" i="0" baseline="0">
                              <a:solidFill>
                                <a:srgbClr val="0059FF"/>
                              </a:solidFill>
                              <a:latin typeface="Liberation Sans" panose="020B0604020202020204" pitchFamily="34" charset="0"/>
                            </a:rPr>
                            <a:t>ρ &gt; 5 [R</a:t>
                          </a:r>
                          <a:r>
                            <a:rPr lang="en-US" sz="1500" b="0" i="0" baseline="-25000">
                              <a:solidFill>
                                <a:srgbClr val="0059FF"/>
                              </a:solidFill>
                              <a:latin typeface="Liberation Sans" panose="020B0604020202020204" pitchFamily="34" charset="0"/>
                            </a:rPr>
                            <a:t>J</a:t>
                          </a:r>
                          <a:r>
                            <a:rPr lang="en-US" sz="1500" b="0" i="0" baseline="0">
                              <a:solidFill>
                                <a:srgbClr val="0059FF"/>
                              </a:solidFill>
                              <a:latin typeface="Liberation Sans" panose="020B0604020202020204" pitchFamily="34" charset="0"/>
                            </a:rPr>
                            <a:t>] &amp;  r &lt; 30 [R</a:t>
                          </a:r>
                          <a:r>
                            <a:rPr lang="en-US" sz="1500" b="0" i="0" baseline="-25000">
                              <a:solidFill>
                                <a:srgbClr val="0059FF"/>
                              </a:solidFill>
                              <a:latin typeface="Liberation Sans" panose="020B0604020202020204" pitchFamily="34" charset="0"/>
                            </a:rPr>
                            <a:t>J</a:t>
                          </a:r>
                          <a:r>
                            <a:rPr lang="en-US" sz="1500" b="0" i="0" baseline="0">
                              <a:solidFill>
                                <a:srgbClr val="0059FF"/>
                              </a:solidFill>
                              <a:latin typeface="Liberation Sans" panose="020B0604020202020204" pitchFamily="34" charset="0"/>
                            </a:rPr>
                            <a:t>]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52622786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C7914F3D-1131-1C85-F8AF-259633955D62}"/>
                  </a:ext>
                </a:extLst>
              </p:cNvPr>
              <p:cNvSpPr txBox="1"/>
              <p:nvPr/>
            </p:nvSpPr>
            <p:spPr>
              <a:xfrm>
                <a:off x="9019918" y="1608106"/>
                <a:ext cx="2976433" cy="43197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1100" b="0" i="1">
                          <a:latin typeface="Cambria Math" panose="02040503050406030204" pitchFamily="18" charset="0"/>
                        </a:rPr>
                        <m:t>𝑖</m:t>
                      </m:r>
                      <m:d>
                        <m:dPr>
                          <m:ctrlPr>
                            <a:rPr lang="en-US" sz="1100" b="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100" b="0" i="1">
                              <a:latin typeface="Cambria Math" panose="02040503050406030204" pitchFamily="18" charset="0"/>
                            </a:rPr>
                            <m:t>𝜌</m:t>
                          </m:r>
                          <m:r>
                            <a:rPr lang="en-US" sz="1100" b="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sz="1100" b="0" i="1">
                              <a:latin typeface="Cambria Math" panose="02040503050406030204" pitchFamily="18" charset="0"/>
                            </a:rPr>
                            <m:t>MLT</m:t>
                          </m:r>
                        </m:e>
                      </m:d>
                      <m:r>
                        <a:rPr lang="en-US" sz="1100" b="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100" b="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100" b="0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sz="1100" b="0" i="1">
                              <a:latin typeface="Cambria Math" panose="02040503050406030204" pitchFamily="18" charset="0"/>
                            </a:rPr>
                            <m:t>𝜑</m:t>
                          </m:r>
                        </m:sub>
                      </m:sSub>
                      <m:d>
                        <m:dPr>
                          <m:ctrlPr>
                            <a:rPr lang="en-US" sz="1100" b="0" i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100" b="0" i="0">
                              <a:latin typeface="Cambria Math" panose="02040503050406030204" pitchFamily="18" charset="0"/>
                            </a:rPr>
                            <m:t>MLT</m:t>
                          </m:r>
                        </m:e>
                      </m:d>
                      <m:nary>
                        <m:naryPr>
                          <m:chr m:val="∑"/>
                          <m:limLoc m:val="undOvr"/>
                          <m:supHide m:val="on"/>
                          <m:ctrlPr>
                            <a:rPr lang="en-US" sz="1100" b="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100" b="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100" b="0" i="1">
                              <a:latin typeface="Cambria Math" panose="02040503050406030204" pitchFamily="18" charset="0"/>
                            </a:rPr>
                            <m:t>=1,2,3,4</m:t>
                          </m:r>
                        </m:sub>
                        <m:sup/>
                        <m:e>
                          <m:f>
                            <m:fPr>
                              <m:ctrlPr>
                                <a:rPr lang="en-US" sz="1100" b="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sz="1100" b="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100" b="0" i="1"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en-US" sz="1100" b="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1100" b="0" i="1"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en-US" sz="1100" b="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sz="1100" b="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p>
                                        <m:sSupPr>
                                          <m:ctrlPr>
                                            <a:rPr lang="en-US" sz="1100" b="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sz="1100" b="0" i="1">
                                              <a:latin typeface="Cambria Math" panose="02040503050406030204" pitchFamily="18" charset="0"/>
                                            </a:rPr>
                                            <m:t>𝜌</m:t>
                                          </m:r>
                                        </m:e>
                                        <m:sup>
                                          <m:r>
                                            <a:rPr lang="en-US" sz="1100" b="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  <m:r>
                                        <a:rPr lang="en-US" sz="1100" b="0" i="1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sSubSup>
                                        <m:sSubSupPr>
                                          <m:ctrlPr>
                                            <a:rPr lang="en-US" sz="1100" b="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US" sz="1100" b="0" i="1">
                                              <a:latin typeface="Cambria Math" panose="02040503050406030204" pitchFamily="18" charset="0"/>
                                            </a:rPr>
                                            <m:t>𝑐</m:t>
                                          </m:r>
                                        </m:e>
                                        <m:sub>
                                          <m:r>
                                            <a:rPr lang="en-US" sz="1100" b="0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  <m:sup>
                                          <m:r>
                                            <a:rPr lang="en-US" sz="1100" b="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bSup>
                                    </m:e>
                                  </m:d>
                                </m:e>
                                <m:sup>
                                  <m:r>
                                    <a:rPr lang="en-US" sz="1100" b="0" i="1">
                                      <a:latin typeface="Cambria Math" panose="02040503050406030204" pitchFamily="18" charset="0"/>
                                    </a:rPr>
                                    <m:t>3/2</m:t>
                                  </m:r>
                                </m:sup>
                              </m:sSup>
                            </m:den>
                          </m:f>
                        </m:e>
                      </m:nary>
                    </m:oMath>
                  </m:oMathPara>
                </a14:m>
                <a:endParaRPr lang="en-US" sz="1100" b="0"/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C7914F3D-1131-1C85-F8AF-259633955D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19918" y="1608106"/>
                <a:ext cx="2976433" cy="431978"/>
              </a:xfrm>
              <a:prstGeom prst="rect">
                <a:avLst/>
              </a:prstGeom>
              <a:blipFill>
                <a:blip r:embed="rId4"/>
                <a:stretch>
                  <a:fillRect t="-137143" b="-188571"/>
                </a:stretch>
              </a:blipFill>
            </p:spPr>
            <p:txBody>
              <a:bodyPr/>
              <a:lstStyle/>
              <a:p>
                <a:r>
                  <a:rPr lang="en-JP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B35EC2AB-E1AC-8D65-2D0D-DD2EB00A2F97}"/>
              </a:ext>
            </a:extLst>
          </p:cNvPr>
          <p:cNvSpPr txBox="1"/>
          <p:nvPr/>
        </p:nvSpPr>
        <p:spPr>
          <a:xfrm>
            <a:off x="9886249" y="578665"/>
            <a:ext cx="2110101" cy="3323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  <a:buSzPct val="100000"/>
            </a:pPr>
            <a:r>
              <a:rPr lang="en-US" altLang="ja-JP" sz="1200" b="1" dirty="0">
                <a:solidFill>
                  <a:srgbClr val="0059FF"/>
                </a:solidFill>
                <a:effectLst>
                  <a:glow rad="63500">
                    <a:schemeClr val="bg1"/>
                  </a:glow>
                </a:effectLst>
                <a:latin typeface="Liberation Sans Narrow" panose="020B0606020202030204" pitchFamily="34" charset="0"/>
                <a:ea typeface="IBM Plex Sans JP Medium" panose="020B0503050203000203" pitchFamily="34" charset="-128"/>
                <a:cs typeface="Myriad Arabic" pitchFamily="2" charset="-78"/>
              </a:rPr>
              <a:t>Blue: Fixed value</a:t>
            </a:r>
            <a:br>
              <a:rPr lang="en-US" altLang="ja-JP" sz="1200" b="1" dirty="0">
                <a:effectLst>
                  <a:glow rad="63500">
                    <a:schemeClr val="bg1"/>
                  </a:glow>
                </a:effectLst>
                <a:latin typeface="Liberation Sans Narrow" panose="020B0606020202030204" pitchFamily="34" charset="0"/>
                <a:ea typeface="IBM Plex Sans JP Medium" panose="020B0503050203000203" pitchFamily="34" charset="-128"/>
                <a:cs typeface="Myriad Arabic" pitchFamily="2" charset="-78"/>
              </a:rPr>
            </a:br>
            <a:r>
              <a:rPr lang="en-US" altLang="ja-JP" sz="1200" b="1" dirty="0">
                <a:solidFill>
                  <a:srgbClr val="FF4B00"/>
                </a:solidFill>
                <a:effectLst>
                  <a:glow rad="63500">
                    <a:schemeClr val="bg1"/>
                  </a:glow>
                </a:effectLst>
                <a:latin typeface="Liberation Sans Narrow" panose="020B0606020202030204" pitchFamily="34" charset="0"/>
                <a:ea typeface="IBM Plex Sans JP Medium" panose="020B0503050203000203" pitchFamily="34" charset="-128"/>
                <a:cs typeface="Myriad Arabic" pitchFamily="2" charset="-78"/>
              </a:rPr>
              <a:t>Red: Determined for each PJ data</a:t>
            </a:r>
            <a:endParaRPr lang="en-US" altLang="ja-JP" sz="1200" b="1" baseline="-25000" dirty="0">
              <a:solidFill>
                <a:srgbClr val="FF4B00"/>
              </a:solidFill>
              <a:effectLst>
                <a:glow rad="63500">
                  <a:schemeClr val="bg1"/>
                </a:glow>
              </a:effectLst>
              <a:latin typeface="Liberation Sans Narrow" panose="020B0606020202030204" pitchFamily="34" charset="0"/>
              <a:ea typeface="IBM Plex Sans JP Medium" panose="020B0503050203000203" pitchFamily="34" charset="-128"/>
              <a:cs typeface="Myriad Arabic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1231524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5C1230-11C0-4722-98E2-B0EBBD208B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5AB009BA-D6C1-FBB6-BF65-E61AC3229DD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37727783-AE74-40C3-EB69-E01E680D34A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C852FA15-7C3B-8C02-A47F-66DD100C6B03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3E2B75D4-A695-CDC1-6B4C-8FF7C147D33E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BF24544C-9D17-9FF8-CD13-202CDFFF7344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D138EEDC-4568-FB25-39A9-A451FACE95F4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96669337-BCDA-F7F1-DD3F-7DD96EC25B2C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2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BC883F2D-8C1C-79FE-39F0-4FEFA7423A9C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D4F01488-3A07-D915-C8C3-BFC3A7153B6A}"/>
              </a:ext>
            </a:extLst>
          </p:cNvPr>
          <p:cNvGrpSpPr/>
          <p:nvPr/>
        </p:nvGrpSpPr>
        <p:grpSpPr>
          <a:xfrm>
            <a:off x="2054111" y="642196"/>
            <a:ext cx="8130585" cy="3304809"/>
            <a:chOff x="742951" y="642196"/>
            <a:chExt cx="8130585" cy="3304809"/>
          </a:xfrm>
        </p:grpSpPr>
        <p:sp>
          <p:nvSpPr>
            <p:cNvPr id="5" name="Rounded Rectangle 4">
              <a:extLst>
                <a:ext uri="{FF2B5EF4-FFF2-40B4-BE49-F238E27FC236}">
                  <a16:creationId xmlns:a16="http://schemas.microsoft.com/office/drawing/2014/main" id="{C781ACA4-D4B7-CEDC-C5FF-522FFDB9E30A}"/>
                </a:ext>
              </a:extLst>
            </p:cNvPr>
            <p:cNvSpPr/>
            <p:nvPr/>
          </p:nvSpPr>
          <p:spPr>
            <a:xfrm>
              <a:off x="742951" y="647999"/>
              <a:ext cx="4818605" cy="597643"/>
            </a:xfrm>
            <a:prstGeom prst="roundRect">
              <a:avLst>
                <a:gd name="adj" fmla="val 4668"/>
              </a:avLst>
            </a:prstGeom>
            <a:solidFill>
              <a:srgbClr val="FFD399">
                <a:alpha val="13000"/>
              </a:srgbClr>
            </a:solidFill>
            <a:ln w="6350">
              <a:solidFill>
                <a:srgbClr val="FFD39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18000" rtlCol="0" anchor="ctr"/>
            <a:lstStyle/>
            <a:p>
              <a:pPr algn="ctr"/>
              <a:endParaRPr lang="en-JP" sz="1600" b="1">
                <a:solidFill>
                  <a:srgbClr val="1D2842"/>
                </a:solidFill>
                <a:latin typeface="Myriad Set Pro Semibold" panose="020B0503030403020204" pitchFamily="34" charset="0"/>
                <a:cs typeface="SF Mono" panose="020B0009000002000000" pitchFamily="49" charset="0"/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71E8A839-0663-6515-470C-588FECEF0717}"/>
                    </a:ext>
                  </a:extLst>
                </p:cNvPr>
                <p:cNvSpPr txBox="1"/>
                <p:nvPr/>
              </p:nvSpPr>
              <p:spPr>
                <a:xfrm>
                  <a:off x="6335341" y="1433599"/>
                  <a:ext cx="2538195" cy="52732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a:rPr lang="en-US" sz="1500" b="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  <m:d>
                          <m:dPr>
                            <m:ctrlPr>
                              <a:rPr lang="en-US" sz="1500" b="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500" b="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</m:d>
                        <m:r>
                          <a:rPr lang="en-US" sz="1500" b="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sz="1500" b="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sz="1500" b="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500" b="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𝜇</m:t>
                                </m:r>
                              </m:e>
                              <m:sub>
                                <m:r>
                                  <a:rPr lang="en-US" sz="1500" b="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num>
                          <m:den>
                            <m:r>
                              <a:rPr lang="en-US" sz="1500" b="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  <m:nary>
                          <m:naryPr>
                            <m:limLoc m:val="subSup"/>
                            <m:ctrlPr>
                              <a:rPr lang="en-US" sz="1500" b="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en-US" sz="1500" b="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𝜌</m:t>
                            </m:r>
                            <m:r>
                              <a:rPr lang="en-US" sz="1500" b="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=0</m:t>
                            </m:r>
                          </m:sub>
                          <m:sup>
                            <m:r>
                              <a:rPr lang="en-US" sz="1500" b="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∞</m:t>
                            </m:r>
                          </m:sup>
                          <m:e>
                            <m:sSub>
                              <m:sSubPr>
                                <m:ctrlPr>
                                  <a:rPr lang="en-US" sz="1500" b="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500" b="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𝐽</m:t>
                                </m:r>
                              </m:e>
                              <m:sub>
                                <m:r>
                                  <a:rPr lang="en-US" sz="1500" b="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nary>
                        <m:d>
                          <m:dPr>
                            <m:ctrlPr>
                              <a:rPr lang="en-US" sz="1500" b="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500" b="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𝜆𝜌</m:t>
                            </m:r>
                          </m:e>
                        </m:d>
                        <m:r>
                          <a:rPr lang="en-US" sz="1500" b="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d>
                          <m:dPr>
                            <m:ctrlPr>
                              <a:rPr lang="en-US" sz="1500" b="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500" b="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𝜌</m:t>
                            </m:r>
                          </m:e>
                        </m:d>
                        <m:r>
                          <a:rPr lang="en-US" sz="1500" b="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𝜌</m:t>
                        </m:r>
                        <m:r>
                          <m:rPr>
                            <m:sty m:val="p"/>
                          </m:rPr>
                          <a:rPr lang="en-US" sz="1500" b="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d</m:t>
                        </m:r>
                        <m:r>
                          <a:rPr lang="en-US" sz="1500" b="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𝜌</m:t>
                        </m:r>
                      </m:oMath>
                    </m:oMathPara>
                  </a14:m>
                  <a:endParaRPr lang="en-US" sz="1500" b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71E8A839-0663-6515-470C-588FECEF071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35341" y="1433599"/>
                  <a:ext cx="2538195" cy="527324"/>
                </a:xfrm>
                <a:prstGeom prst="rect">
                  <a:avLst/>
                </a:prstGeom>
                <a:blipFill>
                  <a:blip r:embed="rId3"/>
                  <a:stretch>
                    <a:fillRect l="-2475" t="-174419" b="-251163"/>
                  </a:stretch>
                </a:blipFill>
              </p:spPr>
              <p:txBody>
                <a:bodyPr/>
                <a:lstStyle/>
                <a:p>
                  <a:r>
                    <a:rPr lang="en-JP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8D7CB2ED-763C-29E1-9285-0767F70F8F5E}"/>
                    </a:ext>
                  </a:extLst>
                </p:cNvPr>
                <p:cNvSpPr txBox="1"/>
                <p:nvPr/>
              </p:nvSpPr>
              <p:spPr>
                <a:xfrm>
                  <a:off x="6382924" y="688865"/>
                  <a:ext cx="2405146" cy="4994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sSup>
                          <m:sSupPr>
                            <m:ctrlPr>
                              <a:rPr lang="en-US" sz="1500" b="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500" b="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p>
                            <m:r>
                              <a:rPr lang="en-US" sz="1500" b="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±</m:t>
                            </m:r>
                          </m:sup>
                        </m:sSup>
                        <m:r>
                          <a:rPr lang="en-US" sz="1500" b="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nary>
                          <m:naryPr>
                            <m:limLoc m:val="subSup"/>
                            <m:ctrlPr>
                              <a:rPr lang="en-US" sz="1500" b="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en-US" sz="1500" b="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𝜆</m:t>
                            </m:r>
                            <m:r>
                              <a:rPr lang="en-US" sz="1500" b="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=0</m:t>
                            </m:r>
                          </m:sub>
                          <m:sup>
                            <m:r>
                              <a:rPr lang="en-US" sz="1500" b="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∞</m:t>
                            </m:r>
                          </m:sup>
                          <m:e>
                            <m:r>
                              <a:rPr lang="en-US" sz="1500" b="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</m:nary>
                        <m:d>
                          <m:dPr>
                            <m:ctrlPr>
                              <a:rPr lang="en-US" sz="1500" b="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500" b="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</m:d>
                        <m:sSub>
                          <m:sSubPr>
                            <m:ctrlPr>
                              <a:rPr lang="en-US" sz="1500" b="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500" b="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en-US" sz="1500" b="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d>
                          <m:dPr>
                            <m:ctrlPr>
                              <a:rPr lang="en-US" sz="1500" b="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500" b="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𝜆𝜌</m:t>
                            </m:r>
                          </m:e>
                        </m:d>
                        <m:sSup>
                          <m:sSupPr>
                            <m:ctrlPr>
                              <a:rPr lang="en-US" sz="1500" b="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500" b="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US" sz="1500" b="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∓</m:t>
                            </m:r>
                            <m:r>
                              <a:rPr lang="en-US" sz="1500" b="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𝜆</m:t>
                            </m:r>
                            <m:r>
                              <a:rPr lang="en-US" sz="1500" b="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a:rPr lang="en-US" sz="1500" b="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d</m:t>
                        </m:r>
                        <m:r>
                          <a:rPr lang="en-US" sz="1500" b="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𝜆</m:t>
                        </m:r>
                      </m:oMath>
                    </m:oMathPara>
                  </a14:m>
                  <a:endParaRPr lang="en-US" sz="1500" b="0" i="1">
                    <a:solidFill>
                      <a:schemeClr val="tx1"/>
                    </a:solidFill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B168BF5E-0107-63E3-5B5D-9A2C626E8ED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82924" y="688865"/>
                  <a:ext cx="2405146" cy="499432"/>
                </a:xfrm>
                <a:prstGeom prst="rect">
                  <a:avLst/>
                </a:prstGeom>
                <a:blipFill>
                  <a:blip r:embed="rId10"/>
                  <a:stretch>
                    <a:fillRect l="-13613" t="-190000" b="-275000"/>
                  </a:stretch>
                </a:blipFill>
              </p:spPr>
              <p:txBody>
                <a:bodyPr/>
                <a:lstStyle/>
                <a:p>
                  <a:r>
                    <a:rPr lang="en-JP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" name="Right Bracket 10">
              <a:extLst>
                <a:ext uri="{FF2B5EF4-FFF2-40B4-BE49-F238E27FC236}">
                  <a16:creationId xmlns:a16="http://schemas.microsoft.com/office/drawing/2014/main" id="{8D6F255A-39A7-6F51-6694-D415EA2AF33C}"/>
                </a:ext>
              </a:extLst>
            </p:cNvPr>
            <p:cNvSpPr/>
            <p:nvPr/>
          </p:nvSpPr>
          <p:spPr>
            <a:xfrm flipH="1">
              <a:off x="6171032" y="668022"/>
              <a:ext cx="111263" cy="1292901"/>
            </a:xfrm>
            <a:prstGeom prst="rightBracket">
              <a:avLst>
                <a:gd name="adj" fmla="val 0"/>
              </a:avLst>
            </a:prstGeom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446D8F7C-17E7-C841-CF35-62289FDCF84E}"/>
                </a:ext>
              </a:extLst>
            </p:cNvPr>
            <p:cNvSpPr/>
            <p:nvPr/>
          </p:nvSpPr>
          <p:spPr>
            <a:xfrm>
              <a:off x="8068139" y="1538248"/>
              <a:ext cx="395378" cy="314756"/>
            </a:xfrm>
            <a:prstGeom prst="ellipse">
              <a:avLst/>
            </a:prstGeom>
            <a:noFill/>
            <a:ln w="15875">
              <a:solidFill>
                <a:srgbClr val="FE895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  <p:sp>
          <p:nvSpPr>
            <p:cNvPr id="14" name="Arc 13">
              <a:extLst>
                <a:ext uri="{FF2B5EF4-FFF2-40B4-BE49-F238E27FC236}">
                  <a16:creationId xmlns:a16="http://schemas.microsoft.com/office/drawing/2014/main" id="{178F1D38-DF7E-1B52-BB4F-87003CD64B35}"/>
                </a:ext>
              </a:extLst>
            </p:cNvPr>
            <p:cNvSpPr/>
            <p:nvPr/>
          </p:nvSpPr>
          <p:spPr>
            <a:xfrm>
              <a:off x="4791554" y="642196"/>
              <a:ext cx="3661099" cy="3304809"/>
            </a:xfrm>
            <a:prstGeom prst="arc">
              <a:avLst>
                <a:gd name="adj1" fmla="val 14068838"/>
                <a:gd name="adj2" fmla="val 19964805"/>
              </a:avLst>
            </a:prstGeom>
            <a:ln w="47625" cap="rnd">
              <a:solidFill>
                <a:srgbClr val="FE8956"/>
              </a:solidFill>
              <a:headEnd type="none"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</p:grpSp>
      <p:sp>
        <p:nvSpPr>
          <p:cNvPr id="15" name="Triangle 14">
            <a:extLst>
              <a:ext uri="{FF2B5EF4-FFF2-40B4-BE49-F238E27FC236}">
                <a16:creationId xmlns:a16="http://schemas.microsoft.com/office/drawing/2014/main" id="{FB0BA10E-A125-95F6-E69B-4915F2168E37}"/>
              </a:ext>
            </a:extLst>
          </p:cNvPr>
          <p:cNvSpPr/>
          <p:nvPr/>
        </p:nvSpPr>
        <p:spPr>
          <a:xfrm rot="10800000">
            <a:off x="5956390" y="2069873"/>
            <a:ext cx="279221" cy="107919"/>
          </a:xfrm>
          <a:prstGeom prst="triangle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F94FB1E3-87CD-0D47-58B1-014ACAEC996C}"/>
                  </a:ext>
                </a:extLst>
              </p:cNvPr>
              <p:cNvSpPr txBox="1"/>
              <p:nvPr/>
            </p:nvSpPr>
            <p:spPr>
              <a:xfrm>
                <a:off x="2290660" y="677162"/>
                <a:ext cx="4345506" cy="54983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1400" b="0" i="1">
                          <a:latin typeface="Cambria Math" panose="02040503050406030204" pitchFamily="18" charset="0"/>
                        </a:rPr>
                        <m:t>𝑖</m:t>
                      </m:r>
                      <m:d>
                        <m:dPr>
                          <m:ctrlPr>
                            <a:rPr lang="en-US" sz="1400" b="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>
                              <a:latin typeface="Cambria Math" panose="02040503050406030204" pitchFamily="18" charset="0"/>
                            </a:rPr>
                            <m:t>𝜌</m:t>
                          </m:r>
                          <m:r>
                            <a:rPr lang="en-US" sz="1400" b="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sz="1400" b="0" i="1">
                              <a:latin typeface="Cambria Math" panose="02040503050406030204" pitchFamily="18" charset="0"/>
                            </a:rPr>
                            <m:t>MLT</m:t>
                          </m:r>
                        </m:e>
                      </m:d>
                      <m:r>
                        <a:rPr lang="en-US" sz="1400" b="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400" b="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sz="1400" b="0" i="1">
                              <a:latin typeface="Cambria Math" panose="02040503050406030204" pitchFamily="18" charset="0"/>
                            </a:rPr>
                            <m:t>𝜑</m:t>
                          </m:r>
                        </m:sub>
                      </m:sSub>
                      <m:d>
                        <m:dPr>
                          <m:ctrlPr>
                            <a:rPr lang="en-US" sz="1400" b="0" i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400" b="0" i="0">
                              <a:latin typeface="Cambria Math" panose="02040503050406030204" pitchFamily="18" charset="0"/>
                            </a:rPr>
                            <m:t>MLT</m:t>
                          </m:r>
                        </m:e>
                      </m:d>
                      <m:nary>
                        <m:naryPr>
                          <m:chr m:val="∑"/>
                          <m:limLoc m:val="undOvr"/>
                          <m:supHide m:val="on"/>
                          <m:ctrlPr>
                            <a:rPr lang="en-US" sz="1400" b="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400" b="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400" b="0" i="1">
                              <a:latin typeface="Cambria Math" panose="02040503050406030204" pitchFamily="18" charset="0"/>
                            </a:rPr>
                            <m:t>=1,2,3</m:t>
                          </m:r>
                        </m:sub>
                        <m:sup/>
                        <m:e>
                          <m:f>
                            <m:fPr>
                              <m:ctrlPr>
                                <a:rPr lang="en-US" sz="1400" b="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sz="1400" b="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b="0" i="1"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en-US" sz="1400" b="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1400" b="0" i="1"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en-US" sz="1400" b="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sz="1400" b="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p>
                                        <m:sSupPr>
                                          <m:ctrlPr>
                                            <a:rPr lang="en-US" sz="1400" b="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sz="1400" b="0" i="1">
                                              <a:latin typeface="Cambria Math" panose="02040503050406030204" pitchFamily="18" charset="0"/>
                                            </a:rPr>
                                            <m:t>𝜌</m:t>
                                          </m:r>
                                        </m:e>
                                        <m:sup>
                                          <m:r>
                                            <a:rPr lang="en-US" sz="1400" b="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  <m:r>
                                        <a:rPr lang="en-US" sz="1400" b="0" i="1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sSubSup>
                                        <m:sSubSupPr>
                                          <m:ctrlPr>
                                            <a:rPr lang="en-US" sz="1400" b="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US" sz="1400" b="0" i="1">
                                              <a:latin typeface="Cambria Math" panose="02040503050406030204" pitchFamily="18" charset="0"/>
                                            </a:rPr>
                                            <m:t>𝑐</m:t>
                                          </m:r>
                                        </m:e>
                                        <m:sub>
                                          <m:r>
                                            <a:rPr lang="en-US" sz="1400" b="0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  <m:sup>
                                          <m:r>
                                            <a:rPr lang="en-US" sz="1400" b="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bSup>
                                    </m:e>
                                  </m:d>
                                </m:e>
                                <m:sup>
                                  <m:r>
                                    <a:rPr lang="en-US" sz="1400" b="0" i="1">
                                      <a:latin typeface="Cambria Math" panose="02040503050406030204" pitchFamily="18" charset="0"/>
                                    </a:rPr>
                                    <m:t>3/2</m:t>
                                  </m:r>
                                </m:sup>
                              </m:sSup>
                            </m:den>
                          </m:f>
                        </m:e>
                      </m:nary>
                    </m:oMath>
                  </m:oMathPara>
                </a14:m>
                <a:endParaRPr lang="en-US" sz="1400" b="0"/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F94FB1E3-87CD-0D47-58B1-014ACAEC99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90660" y="677162"/>
                <a:ext cx="4345506" cy="549831"/>
              </a:xfrm>
              <a:prstGeom prst="rect">
                <a:avLst/>
              </a:prstGeom>
              <a:blipFill>
                <a:blip r:embed="rId11"/>
                <a:stretch>
                  <a:fillRect t="-138636" b="-193182"/>
                </a:stretch>
              </a:blipFill>
            </p:spPr>
            <p:txBody>
              <a:bodyPr/>
              <a:lstStyle/>
              <a:p>
                <a:r>
                  <a:rPr lang="en-JP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7" name="Group 16">
            <a:extLst>
              <a:ext uri="{FF2B5EF4-FFF2-40B4-BE49-F238E27FC236}">
                <a16:creationId xmlns:a16="http://schemas.microsoft.com/office/drawing/2014/main" id="{2B85F2A7-21D8-C1CB-1D8D-925053C2DA5D}"/>
              </a:ext>
            </a:extLst>
          </p:cNvPr>
          <p:cNvGrpSpPr/>
          <p:nvPr/>
        </p:nvGrpSpPr>
        <p:grpSpPr>
          <a:xfrm>
            <a:off x="1645068" y="2228833"/>
            <a:ext cx="8901864" cy="4046062"/>
            <a:chOff x="1645068" y="2228833"/>
            <a:chExt cx="8901864" cy="4046062"/>
          </a:xfrm>
        </p:grpSpPr>
        <p:sp>
          <p:nvSpPr>
            <p:cNvPr id="18" name="Rounded Rectangle 17">
              <a:extLst>
                <a:ext uri="{FF2B5EF4-FFF2-40B4-BE49-F238E27FC236}">
                  <a16:creationId xmlns:a16="http://schemas.microsoft.com/office/drawing/2014/main" id="{04B23EEA-632B-1019-78E5-39286FB41F6F}"/>
                </a:ext>
              </a:extLst>
            </p:cNvPr>
            <p:cNvSpPr/>
            <p:nvPr/>
          </p:nvSpPr>
          <p:spPr>
            <a:xfrm>
              <a:off x="1645068" y="2228833"/>
              <a:ext cx="8901864" cy="4046062"/>
            </a:xfrm>
            <a:prstGeom prst="roundRect">
              <a:avLst>
                <a:gd name="adj" fmla="val 2191"/>
              </a:avLst>
            </a:prstGeom>
            <a:solidFill>
              <a:srgbClr val="FFD399">
                <a:alpha val="35000"/>
              </a:srgbClr>
            </a:solidFill>
            <a:ln w="6350">
              <a:solidFill>
                <a:srgbClr val="FFD39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18000" rtlCol="0" anchor="ctr"/>
            <a:lstStyle/>
            <a:p>
              <a:pPr algn="ctr"/>
              <a:endParaRPr lang="en-JP" sz="1600" b="1">
                <a:solidFill>
                  <a:srgbClr val="1D2842"/>
                </a:solidFill>
                <a:latin typeface="Myriad Set Pro Semibold" panose="020B0503030403020204" pitchFamily="34" charset="0"/>
                <a:cs typeface="SF Mono" panose="020B0009000002000000" pitchFamily="49" charset="0"/>
              </a:endParaRP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0CC6F857-A65B-BA0C-A090-773257ED0317}"/>
                </a:ext>
              </a:extLst>
            </p:cNvPr>
            <p:cNvSpPr txBox="1"/>
            <p:nvPr/>
          </p:nvSpPr>
          <p:spPr>
            <a:xfrm>
              <a:off x="9519666" y="2958976"/>
              <a:ext cx="865731" cy="448872"/>
            </a:xfrm>
            <a:prstGeom prst="rect">
              <a:avLst/>
            </a:prstGeom>
            <a:noFill/>
          </p:spPr>
          <p:txBody>
            <a:bodyPr wrap="square" lIns="0" tIns="0" rIns="0" bIns="251999" rtlCol="0">
              <a:spAutoFit/>
            </a:bodyPr>
            <a:lstStyle/>
            <a:p>
              <a:pPr>
                <a:lnSpc>
                  <a:spcPct val="107000"/>
                </a:lnSpc>
                <a:spcAft>
                  <a:spcPts val="600"/>
                </a:spcAft>
                <a:buSzPct val="100000"/>
              </a:pPr>
              <a:r>
                <a:rPr lang="en-US" altLang="ja-JP" sz="12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Liberation Sans" panose="020B0604020202020204" pitchFamily="34" charset="0"/>
                  <a:ea typeface="IBM Plex Sans JP Medium" panose="020B0503050203000203" pitchFamily="34" charset="-128"/>
                  <a:cs typeface="Myriad Arabic" pitchFamily="2" charset="-78"/>
                </a:rPr>
                <a:t>for |z| ≦ D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C770A6E6-7A1E-82F8-F558-CCACDC884509}"/>
                </a:ext>
              </a:extLst>
            </p:cNvPr>
            <p:cNvSpPr txBox="1"/>
            <p:nvPr/>
          </p:nvSpPr>
          <p:spPr>
            <a:xfrm>
              <a:off x="9513320" y="3757584"/>
              <a:ext cx="865731" cy="448872"/>
            </a:xfrm>
            <a:prstGeom prst="rect">
              <a:avLst/>
            </a:prstGeom>
            <a:noFill/>
          </p:spPr>
          <p:txBody>
            <a:bodyPr wrap="square" lIns="0" tIns="0" rIns="0" bIns="251999" rtlCol="0">
              <a:spAutoFit/>
            </a:bodyPr>
            <a:lstStyle/>
            <a:p>
              <a:pPr>
                <a:lnSpc>
                  <a:spcPct val="107000"/>
                </a:lnSpc>
                <a:spcAft>
                  <a:spcPts val="600"/>
                </a:spcAft>
                <a:buSzPct val="100000"/>
              </a:pPr>
              <a:r>
                <a:rPr lang="en-US" altLang="ja-JP" sz="12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Liberation Sans" panose="020B0604020202020204" pitchFamily="34" charset="0"/>
                  <a:ea typeface="IBM Plex Sans JP Medium" panose="020B0503050203000203" pitchFamily="34" charset="-128"/>
                  <a:cs typeface="Myriad Arabic" pitchFamily="2" charset="-78"/>
                </a:rPr>
                <a:t>for |z| &gt; D</a:t>
              </a:r>
            </a:p>
          </p:txBody>
        </p:sp>
        <p:sp>
          <p:nvSpPr>
            <p:cNvPr id="21" name="Left Brace 20">
              <a:extLst>
                <a:ext uri="{FF2B5EF4-FFF2-40B4-BE49-F238E27FC236}">
                  <a16:creationId xmlns:a16="http://schemas.microsoft.com/office/drawing/2014/main" id="{3E5A9A64-4676-84B7-79F7-8B43F4C7BAB6}"/>
                </a:ext>
              </a:extLst>
            </p:cNvPr>
            <p:cNvSpPr/>
            <p:nvPr/>
          </p:nvSpPr>
          <p:spPr>
            <a:xfrm>
              <a:off x="3307937" y="2748383"/>
              <a:ext cx="195384" cy="1403660"/>
            </a:xfrm>
            <a:prstGeom prst="leftBrace">
              <a:avLst>
                <a:gd name="adj1" fmla="val 54860"/>
                <a:gd name="adj2" fmla="val 18761"/>
              </a:avLst>
            </a:prstGeom>
            <a:ln w="127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  <p:sp>
          <p:nvSpPr>
            <p:cNvPr id="22" name="Left Brace 21">
              <a:extLst>
                <a:ext uri="{FF2B5EF4-FFF2-40B4-BE49-F238E27FC236}">
                  <a16:creationId xmlns:a16="http://schemas.microsoft.com/office/drawing/2014/main" id="{AAA048A9-819C-96B6-6DAF-4E77D92EFB7A}"/>
                </a:ext>
              </a:extLst>
            </p:cNvPr>
            <p:cNvSpPr/>
            <p:nvPr/>
          </p:nvSpPr>
          <p:spPr>
            <a:xfrm>
              <a:off x="3330308" y="4609820"/>
              <a:ext cx="195384" cy="1403660"/>
            </a:xfrm>
            <a:prstGeom prst="leftBrace">
              <a:avLst>
                <a:gd name="adj1" fmla="val 54860"/>
                <a:gd name="adj2" fmla="val 18761"/>
              </a:avLst>
            </a:prstGeom>
            <a:ln w="127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FEB5B4C3-04D0-6D93-369A-857C723A272C}"/>
                </a:ext>
              </a:extLst>
            </p:cNvPr>
            <p:cNvSpPr txBox="1"/>
            <p:nvPr/>
          </p:nvSpPr>
          <p:spPr>
            <a:xfrm>
              <a:off x="9519666" y="4898956"/>
              <a:ext cx="865731" cy="448872"/>
            </a:xfrm>
            <a:prstGeom prst="rect">
              <a:avLst/>
            </a:prstGeom>
            <a:noFill/>
          </p:spPr>
          <p:txBody>
            <a:bodyPr wrap="square" lIns="0" tIns="0" rIns="0" bIns="251999" rtlCol="0">
              <a:spAutoFit/>
            </a:bodyPr>
            <a:lstStyle/>
            <a:p>
              <a:pPr>
                <a:lnSpc>
                  <a:spcPct val="107000"/>
                </a:lnSpc>
                <a:spcAft>
                  <a:spcPts val="600"/>
                </a:spcAft>
                <a:buSzPct val="100000"/>
              </a:pPr>
              <a:r>
                <a:rPr lang="en-US" altLang="ja-JP" sz="12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Liberation Sans" panose="020B0604020202020204" pitchFamily="34" charset="0"/>
                  <a:ea typeface="IBM Plex Sans JP Medium" panose="020B0503050203000203" pitchFamily="34" charset="-128"/>
                  <a:cs typeface="Myriad Arabic" pitchFamily="2" charset="-78"/>
                </a:rPr>
                <a:t>for |z| ≦ D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6C18F3FE-F7AB-F4BD-6A5B-937E3334CA7B}"/>
                </a:ext>
              </a:extLst>
            </p:cNvPr>
            <p:cNvSpPr txBox="1"/>
            <p:nvPr/>
          </p:nvSpPr>
          <p:spPr>
            <a:xfrm>
              <a:off x="9513320" y="5697564"/>
              <a:ext cx="865731" cy="448872"/>
            </a:xfrm>
            <a:prstGeom prst="rect">
              <a:avLst/>
            </a:prstGeom>
            <a:noFill/>
          </p:spPr>
          <p:txBody>
            <a:bodyPr wrap="square" lIns="0" tIns="0" rIns="0" bIns="251999" rtlCol="0">
              <a:spAutoFit/>
            </a:bodyPr>
            <a:lstStyle/>
            <a:p>
              <a:pPr>
                <a:lnSpc>
                  <a:spcPct val="107000"/>
                </a:lnSpc>
                <a:spcAft>
                  <a:spcPts val="600"/>
                </a:spcAft>
                <a:buSzPct val="100000"/>
              </a:pPr>
              <a:r>
                <a:rPr lang="en-US" altLang="ja-JP" sz="12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Liberation Sans" panose="020B0604020202020204" pitchFamily="34" charset="0"/>
                  <a:ea typeface="IBM Plex Sans JP Medium" panose="020B0503050203000203" pitchFamily="34" charset="-128"/>
                  <a:cs typeface="Myriad Arabic" pitchFamily="2" charset="-78"/>
                </a:rPr>
                <a:t>for |z| &gt; D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D2880EA9-4EBE-F2DC-A64E-166D820117FF}"/>
                </a:ext>
              </a:extLst>
            </p:cNvPr>
            <p:cNvSpPr txBox="1"/>
            <p:nvPr/>
          </p:nvSpPr>
          <p:spPr>
            <a:xfrm>
              <a:off x="1828835" y="2289502"/>
              <a:ext cx="2593978" cy="498758"/>
            </a:xfrm>
            <a:prstGeom prst="rect">
              <a:avLst/>
            </a:prstGeom>
            <a:noFill/>
          </p:spPr>
          <p:txBody>
            <a:bodyPr wrap="square" lIns="0" tIns="0" rIns="0" bIns="251999" rtlCol="0">
              <a:spAutoFit/>
            </a:bodyPr>
            <a:lstStyle/>
            <a:p>
              <a:pPr>
                <a:lnSpc>
                  <a:spcPct val="107000"/>
                </a:lnSpc>
                <a:spcAft>
                  <a:spcPts val="600"/>
                </a:spcAft>
                <a:buSzPct val="100000"/>
              </a:pPr>
              <a:r>
                <a:rPr lang="en-US" altLang="ja-JP" sz="1600" b="1" dirty="0">
                  <a:latin typeface="Liberation Sans" panose="020B0604020202020204" pitchFamily="34" charset="0"/>
                  <a:ea typeface="IBM Plex Sans JP Medium" panose="020B0503050203000203" pitchFamily="34" charset="-128"/>
                  <a:cs typeface="Myriad Arabic" pitchFamily="2" charset="-78"/>
                </a:rPr>
                <a:t>The true analytic solution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8497E8AA-164D-6FED-E1EF-7FFF6A3B8BF2}"/>
                    </a:ext>
                  </a:extLst>
                </p:cNvPr>
                <p:cNvSpPr txBox="1"/>
                <p:nvPr/>
              </p:nvSpPr>
              <p:spPr>
                <a:xfrm>
                  <a:off x="3553747" y="2807350"/>
                  <a:ext cx="6133034" cy="513410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f>
                          <m:fPr>
                            <m:ctrlPr>
                              <a:rPr lang="en-US" sz="1300" b="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sz="1300" b="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300" b="0" i="1">
                                    <a:latin typeface="Cambria Math" panose="02040503050406030204" pitchFamily="18" charset="0"/>
                                  </a:rPr>
                                  <m:t>𝜇</m:t>
                                </m:r>
                              </m:e>
                              <m:sub>
                                <m:r>
                                  <a:rPr lang="en-US" sz="1300" b="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sz="1300" b="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300" b="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e>
                              <m:sub>
                                <m:r>
                                  <a:rPr lang="en-US" sz="1300" b="0" i="1">
                                    <a:latin typeface="Cambria Math" panose="02040503050406030204" pitchFamily="18" charset="0"/>
                                  </a:rPr>
                                  <m:t>𝜑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sz="1300" b="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m:rPr>
                                    <m:sty m:val="p"/>
                                  </m:rPr>
                                  <a:rPr lang="en-US" sz="1300" b="0" i="1">
                                    <a:latin typeface="Cambria Math" panose="02040503050406030204" pitchFamily="18" charset="0"/>
                                  </a:rPr>
                                  <m:t>MLT</m:t>
                                </m:r>
                              </m:e>
                            </m:d>
                          </m:num>
                          <m:den>
                            <m:r>
                              <a:rPr lang="en-US" sz="1300" b="0" i="1">
                                <a:latin typeface="Cambria Math" panose="02040503050406030204" pitchFamily="18" charset="0"/>
                              </a:rPr>
                              <m:t>4</m:t>
                            </m:r>
                            <m:r>
                              <a:rPr lang="en-US" sz="1300" b="0" i="1">
                                <a:latin typeface="Cambria Math" panose="02040503050406030204" pitchFamily="18" charset="0"/>
                              </a:rPr>
                              <m:t>𝜌</m:t>
                            </m:r>
                            <m:r>
                              <a:rPr lang="en-US" sz="1300" b="0" i="1">
                                <a:latin typeface="Cambria Math" panose="02040503050406030204" pitchFamily="18" charset="0"/>
                              </a:rPr>
                              <m:t>𝐷</m:t>
                            </m:r>
                          </m:den>
                        </m:f>
                        <m:nary>
                          <m:naryPr>
                            <m:chr m:val="∑"/>
                            <m:limLoc m:val="undOvr"/>
                            <m:supHide m:val="on"/>
                            <m:ctrlPr>
                              <a:rPr lang="en-US" sz="1300" b="0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en-US" sz="1300" b="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1300" b="0" i="1">
                                <a:latin typeface="Cambria Math" panose="02040503050406030204" pitchFamily="18" charset="0"/>
                              </a:rPr>
                              <m:t>=1,2,3</m:t>
                            </m:r>
                          </m:sub>
                          <m:sup/>
                          <m:e>
                            <m:sSub>
                              <m:sSubPr>
                                <m:ctrlPr>
                                  <a:rPr lang="en-US" sz="1300" b="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300" b="0" i="1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en-US" sz="1300" b="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nary>
                        <m:d>
                          <m:dPr>
                            <m:ctrlPr>
                              <a:rPr lang="en-US" sz="1300" b="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sz="1300" b="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sz="1300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300" b="0" i="1"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sz="1300" b="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1300" b="0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sz="1300" b="0" i="1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  <m:r>
                                  <a:rPr lang="en-US" sz="1300" b="0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sz="1300" b="0" i="1">
                                    <a:latin typeface="Cambria Math" panose="02040503050406030204" pitchFamily="18" charset="0"/>
                                  </a:rPr>
                                  <m:t>𝐷</m:t>
                                </m:r>
                              </m:num>
                              <m:den>
                                <m:rad>
                                  <m:radPr>
                                    <m:degHide m:val="on"/>
                                    <m:ctrlPr>
                                      <a:rPr lang="en-US" sz="1300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sSup>
                                      <m:sSupPr>
                                        <m:ctrlPr>
                                          <a:rPr lang="en-US" sz="1300" b="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US" sz="1300" b="0" i="1">
                                            <a:latin typeface="Cambria Math" panose="02040503050406030204" pitchFamily="18" charset="0"/>
                                          </a:rPr>
                                          <m:t>𝜌</m:t>
                                        </m:r>
                                      </m:e>
                                      <m:sup>
                                        <m:r>
                                          <a:rPr lang="en-US" sz="1300" b="0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  <m:r>
                                      <a:rPr lang="en-US" sz="1300" b="0" i="1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sSup>
                                      <m:sSupPr>
                                        <m:ctrlPr>
                                          <a:rPr lang="en-US" sz="1300" b="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d>
                                          <m:dPr>
                                            <m:ctrlPr>
                                              <a:rPr lang="en-US" sz="1300" b="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en-US" sz="1300" b="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en-US" sz="1300" b="0" i="1">
                                                    <a:latin typeface="Cambria Math" panose="02040503050406030204" pitchFamily="18" charset="0"/>
                                                  </a:rPr>
                                                  <m:t>𝑐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en-US" sz="1300" b="0" i="1">
                                                    <a:latin typeface="Cambria Math" panose="02040503050406030204" pitchFamily="18" charset="0"/>
                                                  </a:rPr>
                                                  <m:t>𝑖</m:t>
                                                </m:r>
                                              </m:sub>
                                            </m:sSub>
                                            <m:r>
                                              <a:rPr lang="en-US" sz="1300" b="0" i="1">
                                                <a:latin typeface="Cambria Math" panose="02040503050406030204" pitchFamily="18" charset="0"/>
                                              </a:rPr>
                                              <m:t>+</m:t>
                                            </m:r>
                                            <m:r>
                                              <a:rPr lang="en-US" sz="1300" b="0" i="1">
                                                <a:latin typeface="Cambria Math" panose="02040503050406030204" pitchFamily="18" charset="0"/>
                                              </a:rPr>
                                              <m:t>𝑧</m:t>
                                            </m:r>
                                            <m:r>
                                              <a:rPr lang="en-US" sz="1300" b="0" i="1">
                                                <a:latin typeface="Cambria Math" panose="02040503050406030204" pitchFamily="18" charset="0"/>
                                              </a:rPr>
                                              <m:t>+</m:t>
                                            </m:r>
                                            <m:r>
                                              <a:rPr lang="en-US" sz="1300" b="0" i="1">
                                                <a:latin typeface="Cambria Math" panose="02040503050406030204" pitchFamily="18" charset="0"/>
                                              </a:rPr>
                                              <m:t>𝐷</m:t>
                                            </m:r>
                                          </m:e>
                                        </m:d>
                                      </m:e>
                                      <m:sup>
                                        <m:r>
                                          <a:rPr lang="en-US" sz="1300" b="0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e>
                                </m:rad>
                              </m:den>
                            </m:f>
                            <m:r>
                              <a:rPr lang="en-US" sz="1300" b="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f>
                              <m:fPr>
                                <m:ctrlPr>
                                  <a:rPr lang="en-US" sz="1300" b="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sz="1300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300" b="0" i="1"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sz="1300" b="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1300" b="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sz="1300" b="0" i="1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  <m:r>
                                  <a:rPr lang="en-US" sz="1300" b="0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sz="1300" b="0" i="1">
                                    <a:latin typeface="Cambria Math" panose="02040503050406030204" pitchFamily="18" charset="0"/>
                                  </a:rPr>
                                  <m:t>𝐷</m:t>
                                </m:r>
                              </m:num>
                              <m:den>
                                <m:rad>
                                  <m:radPr>
                                    <m:degHide m:val="on"/>
                                    <m:ctrlPr>
                                      <a:rPr lang="en-US" sz="1300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sSup>
                                      <m:sSupPr>
                                        <m:ctrlPr>
                                          <a:rPr lang="en-US" sz="1300" b="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US" sz="1300" b="0" i="1">
                                            <a:latin typeface="Cambria Math" panose="02040503050406030204" pitchFamily="18" charset="0"/>
                                          </a:rPr>
                                          <m:t>𝜌</m:t>
                                        </m:r>
                                      </m:e>
                                      <m:sup>
                                        <m:r>
                                          <a:rPr lang="en-US" sz="1300" b="0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  <m:r>
                                      <a:rPr lang="en-US" sz="1300" b="0" i="1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sSup>
                                      <m:sSupPr>
                                        <m:ctrlPr>
                                          <a:rPr lang="en-US" sz="1300" b="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d>
                                          <m:dPr>
                                            <m:ctrlPr>
                                              <a:rPr lang="en-US" sz="1300" b="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en-US" sz="1300" b="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en-US" sz="1300" b="0" i="1">
                                                    <a:latin typeface="Cambria Math" panose="02040503050406030204" pitchFamily="18" charset="0"/>
                                                  </a:rPr>
                                                  <m:t>𝑐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en-US" sz="1300" b="0" i="1">
                                                    <a:latin typeface="Cambria Math" panose="02040503050406030204" pitchFamily="18" charset="0"/>
                                                  </a:rPr>
                                                  <m:t>𝑖</m:t>
                                                </m:r>
                                              </m:sub>
                                            </m:sSub>
                                            <m:r>
                                              <a:rPr lang="en-US" sz="1300" b="0" i="1">
                                                <a:latin typeface="Cambria Math" panose="02040503050406030204" pitchFamily="18" charset="0"/>
                                              </a:rPr>
                                              <m:t>−</m:t>
                                            </m:r>
                                            <m:r>
                                              <a:rPr lang="en-US" sz="1300" b="0" i="1">
                                                <a:latin typeface="Cambria Math" panose="02040503050406030204" pitchFamily="18" charset="0"/>
                                              </a:rPr>
                                              <m:t>𝑧</m:t>
                                            </m:r>
                                            <m:r>
                                              <a:rPr lang="en-US" sz="1300" b="0" i="1">
                                                <a:latin typeface="Cambria Math" panose="02040503050406030204" pitchFamily="18" charset="0"/>
                                              </a:rPr>
                                              <m:t>+</m:t>
                                            </m:r>
                                            <m:r>
                                              <a:rPr lang="en-US" sz="1300" b="0" i="1">
                                                <a:latin typeface="Cambria Math" panose="02040503050406030204" pitchFamily="18" charset="0"/>
                                              </a:rPr>
                                              <m:t>𝐷</m:t>
                                            </m:r>
                                          </m:e>
                                        </m:d>
                                      </m:e>
                                      <m:sup>
                                        <m:r>
                                          <a:rPr lang="en-US" sz="1300" b="0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e>
                                </m:rad>
                              </m:den>
                            </m:f>
                          </m:e>
                        </m:d>
                      </m:oMath>
                    </m:oMathPara>
                  </a14:m>
                  <a:endParaRPr lang="en-US" sz="1300" b="0"/>
                </a:p>
              </p:txBody>
            </p:sp>
          </mc:Choice>
          <mc:Fallback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8497E8AA-164D-6FED-E1EF-7FFF6A3B8BF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53747" y="2807350"/>
                  <a:ext cx="6133034" cy="513410"/>
                </a:xfrm>
                <a:prstGeom prst="rect">
                  <a:avLst/>
                </a:prstGeom>
                <a:blipFill>
                  <a:blip r:embed="rId12"/>
                  <a:stretch>
                    <a:fillRect l="-826" t="-139024" b="-192683"/>
                  </a:stretch>
                </a:blipFill>
              </p:spPr>
              <p:txBody>
                <a:bodyPr/>
                <a:lstStyle/>
                <a:p>
                  <a:r>
                    <a:rPr lang="en-JP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3202B52C-561F-C634-6D8F-3D0AF688AAFB}"/>
                    </a:ext>
                  </a:extLst>
                </p:cNvPr>
                <p:cNvSpPr txBox="1"/>
                <p:nvPr/>
              </p:nvSpPr>
              <p:spPr>
                <a:xfrm>
                  <a:off x="3554017" y="3594356"/>
                  <a:ext cx="5440656" cy="51341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m:rPr>
                            <m:sty m:val="p"/>
                          </m:rPr>
                          <a:rPr lang="en-US" sz="1300" b="0" i="1">
                            <a:latin typeface="Cambria Math" panose="02040503050406030204" pitchFamily="18" charset="0"/>
                          </a:rPr>
                          <m:t>sgn</m:t>
                        </m:r>
                        <m:d>
                          <m:dPr>
                            <m:ctrlPr>
                              <a:rPr lang="en-US" sz="1300" b="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300" b="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</m:d>
                        <m:f>
                          <m:fPr>
                            <m:ctrlPr>
                              <a:rPr lang="en-US" sz="1300" b="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sz="1300" b="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300" b="0" i="1">
                                    <a:latin typeface="Cambria Math" panose="02040503050406030204" pitchFamily="18" charset="0"/>
                                  </a:rPr>
                                  <m:t>𝜇</m:t>
                                </m:r>
                              </m:e>
                              <m:sub>
                                <m:r>
                                  <a:rPr lang="en-US" sz="1300" b="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sz="1300" b="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300" b="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e>
                              <m:sub>
                                <m:r>
                                  <a:rPr lang="en-US" sz="1300" b="0" i="1">
                                    <a:latin typeface="Cambria Math" panose="02040503050406030204" pitchFamily="18" charset="0"/>
                                  </a:rPr>
                                  <m:t>𝜑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sz="1300" b="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m:rPr>
                                    <m:sty m:val="p"/>
                                  </m:rPr>
                                  <a:rPr lang="en-US" sz="1300" b="0" i="1">
                                    <a:latin typeface="Cambria Math" panose="02040503050406030204" pitchFamily="18" charset="0"/>
                                  </a:rPr>
                                  <m:t>MLT</m:t>
                                </m:r>
                              </m:e>
                            </m:d>
                          </m:num>
                          <m:den>
                            <m:r>
                              <a:rPr lang="en-US" sz="1300" b="0" i="1">
                                <a:latin typeface="Cambria Math" panose="02040503050406030204" pitchFamily="18" charset="0"/>
                              </a:rPr>
                              <m:t>4</m:t>
                            </m:r>
                            <m:r>
                              <a:rPr lang="en-US" sz="1300" b="0" i="1">
                                <a:latin typeface="Cambria Math" panose="02040503050406030204" pitchFamily="18" charset="0"/>
                              </a:rPr>
                              <m:t>𝜌</m:t>
                            </m:r>
                            <m:r>
                              <a:rPr lang="en-US" sz="1300" b="0" i="1">
                                <a:latin typeface="Cambria Math" panose="02040503050406030204" pitchFamily="18" charset="0"/>
                              </a:rPr>
                              <m:t>𝐷</m:t>
                            </m:r>
                          </m:den>
                        </m:f>
                        <m:nary>
                          <m:naryPr>
                            <m:chr m:val="∑"/>
                            <m:limLoc m:val="undOvr"/>
                            <m:supHide m:val="on"/>
                            <m:ctrlPr>
                              <a:rPr lang="en-US" sz="1300" b="0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en-US" sz="1300" b="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1300" b="0" i="1">
                                <a:latin typeface="Cambria Math" panose="02040503050406030204" pitchFamily="18" charset="0"/>
                              </a:rPr>
                              <m:t>=1,2,3</m:t>
                            </m:r>
                          </m:sub>
                          <m:sup/>
                          <m:e>
                            <m:sSub>
                              <m:sSubPr>
                                <m:ctrlPr>
                                  <a:rPr lang="en-US" sz="1300" b="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300" b="0" i="1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en-US" sz="1300" b="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nary>
                        <m:d>
                          <m:dPr>
                            <m:ctrlPr>
                              <a:rPr lang="en-US" sz="1300" b="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sz="1300" b="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sz="1300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300" b="0" i="1"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sz="1300" b="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1300" b="0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d>
                                  <m:dPr>
                                    <m:begChr m:val="|"/>
                                    <m:endChr m:val="|"/>
                                    <m:ctrlPr>
                                      <a:rPr lang="en-US" sz="1300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300" b="0" i="1"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e>
                                </m:d>
                                <m:r>
                                  <a:rPr lang="en-US" sz="1300" b="0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sz="1300" b="0" i="1">
                                    <a:latin typeface="Cambria Math" panose="02040503050406030204" pitchFamily="18" charset="0"/>
                                  </a:rPr>
                                  <m:t>𝐷</m:t>
                                </m:r>
                              </m:num>
                              <m:den>
                                <m:rad>
                                  <m:radPr>
                                    <m:degHide m:val="on"/>
                                    <m:ctrlPr>
                                      <a:rPr lang="en-US" sz="1300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sSup>
                                      <m:sSupPr>
                                        <m:ctrlPr>
                                          <a:rPr lang="en-US" sz="1300" b="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US" sz="1300" b="0" i="1">
                                            <a:latin typeface="Cambria Math" panose="02040503050406030204" pitchFamily="18" charset="0"/>
                                          </a:rPr>
                                          <m:t>𝜌</m:t>
                                        </m:r>
                                      </m:e>
                                      <m:sup>
                                        <m:r>
                                          <a:rPr lang="en-US" sz="1300" b="0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  <m:r>
                                      <a:rPr lang="en-US" sz="1300" b="0" i="1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sSup>
                                      <m:sSupPr>
                                        <m:ctrlPr>
                                          <a:rPr lang="en-US" sz="1300" b="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d>
                                          <m:dPr>
                                            <m:ctrlPr>
                                              <a:rPr lang="en-US" sz="1300" b="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en-US" sz="1300" b="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en-US" sz="1300" b="0" i="1">
                                                    <a:latin typeface="Cambria Math" panose="02040503050406030204" pitchFamily="18" charset="0"/>
                                                  </a:rPr>
                                                  <m:t>𝑐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en-US" sz="1300" b="0" i="1">
                                                    <a:latin typeface="Cambria Math" panose="02040503050406030204" pitchFamily="18" charset="0"/>
                                                  </a:rPr>
                                                  <m:t>𝑖</m:t>
                                                </m:r>
                                              </m:sub>
                                            </m:sSub>
                                            <m:r>
                                              <a:rPr lang="en-US" sz="1300" b="0" i="1">
                                                <a:latin typeface="Cambria Math" panose="02040503050406030204" pitchFamily="18" charset="0"/>
                                              </a:rPr>
                                              <m:t>+</m:t>
                                            </m:r>
                                            <m:d>
                                              <m:dPr>
                                                <m:begChr m:val="|"/>
                                                <m:endChr m:val="|"/>
                                                <m:ctrlPr>
                                                  <a:rPr lang="en-US" sz="1300" b="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dPr>
                                              <m:e>
                                                <m:r>
                                                  <a:rPr lang="en-US" sz="1300" b="0" i="1">
                                                    <a:latin typeface="Cambria Math" panose="02040503050406030204" pitchFamily="18" charset="0"/>
                                                  </a:rPr>
                                                  <m:t>𝑧</m:t>
                                                </m:r>
                                              </m:e>
                                            </m:d>
                                            <m:r>
                                              <a:rPr lang="en-US" sz="1300" b="0" i="1">
                                                <a:latin typeface="Cambria Math" panose="02040503050406030204" pitchFamily="18" charset="0"/>
                                              </a:rPr>
                                              <m:t>+</m:t>
                                            </m:r>
                                            <m:r>
                                              <a:rPr lang="en-US" sz="1300" b="0" i="1">
                                                <a:latin typeface="Cambria Math" panose="02040503050406030204" pitchFamily="18" charset="0"/>
                                              </a:rPr>
                                              <m:t>𝐷</m:t>
                                            </m:r>
                                          </m:e>
                                        </m:d>
                                      </m:e>
                                      <m:sup>
                                        <m:r>
                                          <a:rPr lang="en-US" sz="1300" b="0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e>
                                </m:rad>
                              </m:den>
                            </m:f>
                            <m:r>
                              <a:rPr lang="en-US" sz="1300" b="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f>
                              <m:fPr>
                                <m:ctrlPr>
                                  <a:rPr lang="en-US" sz="1300" b="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sz="1300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300" b="0" i="1"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sz="1300" b="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1300" b="0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d>
                                  <m:dPr>
                                    <m:begChr m:val="|"/>
                                    <m:endChr m:val="|"/>
                                    <m:ctrlPr>
                                      <a:rPr lang="en-US" sz="1300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300" b="0" i="1"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e>
                                </m:d>
                                <m:r>
                                  <a:rPr lang="en-US" sz="1300" b="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sz="1300" b="0" i="1">
                                    <a:latin typeface="Cambria Math" panose="02040503050406030204" pitchFamily="18" charset="0"/>
                                  </a:rPr>
                                  <m:t>𝐷</m:t>
                                </m:r>
                              </m:num>
                              <m:den>
                                <m:rad>
                                  <m:radPr>
                                    <m:degHide m:val="on"/>
                                    <m:ctrlPr>
                                      <a:rPr lang="en-US" sz="1300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sSup>
                                      <m:sSupPr>
                                        <m:ctrlPr>
                                          <a:rPr lang="en-US" sz="1300" b="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US" sz="1300" b="0" i="1">
                                            <a:latin typeface="Cambria Math" panose="02040503050406030204" pitchFamily="18" charset="0"/>
                                          </a:rPr>
                                          <m:t>𝜌</m:t>
                                        </m:r>
                                      </m:e>
                                      <m:sup>
                                        <m:r>
                                          <a:rPr lang="en-US" sz="1300" b="0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  <m:r>
                                      <a:rPr lang="en-US" sz="1300" b="0" i="1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sSup>
                                      <m:sSupPr>
                                        <m:ctrlPr>
                                          <a:rPr lang="en-US" sz="1300" b="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d>
                                          <m:dPr>
                                            <m:ctrlPr>
                                              <a:rPr lang="en-US" sz="1300" b="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en-US" sz="1300" b="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en-US" sz="1300" b="0" i="1">
                                                    <a:latin typeface="Cambria Math" panose="02040503050406030204" pitchFamily="18" charset="0"/>
                                                  </a:rPr>
                                                  <m:t>𝑐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en-US" sz="1300" b="0" i="1">
                                                    <a:latin typeface="Cambria Math" panose="02040503050406030204" pitchFamily="18" charset="0"/>
                                                  </a:rPr>
                                                  <m:t>𝑖</m:t>
                                                </m:r>
                                              </m:sub>
                                            </m:sSub>
                                            <m:r>
                                              <a:rPr lang="en-US" sz="1300" b="0" i="1">
                                                <a:latin typeface="Cambria Math" panose="02040503050406030204" pitchFamily="18" charset="0"/>
                                              </a:rPr>
                                              <m:t>+</m:t>
                                            </m:r>
                                            <m:d>
                                              <m:dPr>
                                                <m:begChr m:val="|"/>
                                                <m:endChr m:val="|"/>
                                                <m:ctrlPr>
                                                  <a:rPr lang="en-US" sz="1300" b="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dPr>
                                              <m:e>
                                                <m:r>
                                                  <a:rPr lang="en-US" sz="1300" b="0" i="1">
                                                    <a:latin typeface="Cambria Math" panose="02040503050406030204" pitchFamily="18" charset="0"/>
                                                  </a:rPr>
                                                  <m:t>𝑧</m:t>
                                                </m:r>
                                              </m:e>
                                            </m:d>
                                            <m:r>
                                              <a:rPr lang="en-US" sz="1300" b="0" i="1">
                                                <a:latin typeface="Cambria Math" panose="02040503050406030204" pitchFamily="18" charset="0"/>
                                              </a:rPr>
                                              <m:t>−</m:t>
                                            </m:r>
                                            <m:r>
                                              <a:rPr lang="en-US" sz="1300" b="0" i="1">
                                                <a:latin typeface="Cambria Math" panose="02040503050406030204" pitchFamily="18" charset="0"/>
                                              </a:rPr>
                                              <m:t>𝐷</m:t>
                                            </m:r>
                                          </m:e>
                                        </m:d>
                                      </m:e>
                                      <m:sup>
                                        <m:r>
                                          <a:rPr lang="en-US" sz="1300" b="0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e>
                                </m:rad>
                              </m:den>
                            </m:f>
                          </m:e>
                        </m:d>
                      </m:oMath>
                    </m:oMathPara>
                  </a14:m>
                  <a:endParaRPr lang="en-US" sz="1300" b="0"/>
                </a:p>
              </p:txBody>
            </p:sp>
          </mc:Choice>
          <mc:Fallback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3202B52C-561F-C634-6D8F-3D0AF688AAF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54017" y="3594356"/>
                  <a:ext cx="5440656" cy="513410"/>
                </a:xfrm>
                <a:prstGeom prst="rect">
                  <a:avLst/>
                </a:prstGeom>
                <a:blipFill>
                  <a:blip r:embed="rId13"/>
                  <a:stretch>
                    <a:fillRect l="-233" t="-139024" b="-192683"/>
                  </a:stretch>
                </a:blipFill>
              </p:spPr>
              <p:txBody>
                <a:bodyPr/>
                <a:lstStyle/>
                <a:p>
                  <a:r>
                    <a:rPr lang="en-JP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A6AF7A2F-78C9-A30B-D612-4902FDEDD6C1}"/>
                    </a:ext>
                  </a:extLst>
                </p:cNvPr>
                <p:cNvSpPr txBox="1"/>
                <p:nvPr/>
              </p:nvSpPr>
              <p:spPr>
                <a:xfrm>
                  <a:off x="1931593" y="2886518"/>
                  <a:ext cx="1320874" cy="23141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Sup>
                          <m:sSubSupPr>
                            <m:ctrlPr>
                              <a:rPr lang="en-US" sz="1300" b="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300" b="0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en-US" sz="1300" b="0" i="1">
                                <a:latin typeface="Cambria Math" panose="02040503050406030204" pitchFamily="18" charset="0"/>
                              </a:rPr>
                              <m:t>𝜌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sz="1300" b="0" i="1">
                                <a:latin typeface="Cambria Math" panose="02040503050406030204" pitchFamily="18" charset="0"/>
                              </a:rPr>
                              <m:t>disk</m:t>
                            </m:r>
                          </m:sup>
                        </m:sSubSup>
                        <m:d>
                          <m:dPr>
                            <m:ctrlPr>
                              <a:rPr lang="en-US" sz="1300" b="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300" b="0" i="1">
                                <a:latin typeface="Cambria Math" panose="02040503050406030204" pitchFamily="18" charset="0"/>
                              </a:rPr>
                              <m:t>𝜌</m:t>
                            </m:r>
                            <m:r>
                              <a:rPr lang="en-US" sz="1300" b="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300" b="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  <m:r>
                              <a:rPr lang="en-US" sz="1300" b="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m:rPr>
                                <m:sty m:val="p"/>
                              </m:rPr>
                              <a:rPr lang="en-US" sz="1300" b="0" i="1">
                                <a:latin typeface="Cambria Math" panose="02040503050406030204" pitchFamily="18" charset="0"/>
                              </a:rPr>
                              <m:t>MLT</m:t>
                            </m:r>
                          </m:e>
                        </m:d>
                        <m:r>
                          <a:rPr lang="en-US" sz="1300" b="0" i="1">
                            <a:latin typeface="Cambria Math" panose="02040503050406030204" pitchFamily="18" charset="0"/>
                          </a:rPr>
                          <m:t>=</m:t>
                        </m:r>
                      </m:oMath>
                    </m:oMathPara>
                  </a14:m>
                  <a:endParaRPr lang="en-US" sz="1300" b="0"/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A6E5A4FB-3A44-0EF6-0FEF-C02569B41D8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31593" y="2886518"/>
                  <a:ext cx="1320874" cy="231410"/>
                </a:xfrm>
                <a:prstGeom prst="rect">
                  <a:avLst/>
                </a:prstGeom>
                <a:blipFill>
                  <a:blip r:embed="rId14"/>
                  <a:stretch>
                    <a:fillRect l="-2857" t="-5263" b="-15789"/>
                  </a:stretch>
                </a:blipFill>
              </p:spPr>
              <p:txBody>
                <a:bodyPr/>
                <a:lstStyle/>
                <a:p>
                  <a:r>
                    <a:rPr lang="en-JP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390C4027-95E5-86B2-DA1E-5661464DB805}"/>
                    </a:ext>
                  </a:extLst>
                </p:cNvPr>
                <p:cNvSpPr txBox="1"/>
                <p:nvPr/>
              </p:nvSpPr>
              <p:spPr>
                <a:xfrm>
                  <a:off x="3554791" y="4634678"/>
                  <a:ext cx="5636158" cy="51341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f>
                          <m:fPr>
                            <m:ctrlPr>
                              <a:rPr lang="en-US" sz="1300" b="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sz="1300" b="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300" b="0" i="1">
                                    <a:latin typeface="Cambria Math" panose="02040503050406030204" pitchFamily="18" charset="0"/>
                                  </a:rPr>
                                  <m:t>𝜇</m:t>
                                </m:r>
                              </m:e>
                              <m:sub>
                                <m:r>
                                  <a:rPr lang="en-US" sz="1300" b="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sz="1300" b="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300" b="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e>
                              <m:sub>
                                <m:r>
                                  <a:rPr lang="en-US" sz="1300" b="0" i="1">
                                    <a:latin typeface="Cambria Math" panose="02040503050406030204" pitchFamily="18" charset="0"/>
                                  </a:rPr>
                                  <m:t>𝜑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sz="1300" b="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m:rPr>
                                    <m:sty m:val="p"/>
                                  </m:rPr>
                                  <a:rPr lang="en-US" sz="1300" b="0" i="1">
                                    <a:latin typeface="Cambria Math" panose="02040503050406030204" pitchFamily="18" charset="0"/>
                                  </a:rPr>
                                  <m:t>MLT</m:t>
                                </m:r>
                              </m:e>
                            </m:d>
                          </m:num>
                          <m:den>
                            <m:r>
                              <a:rPr lang="en-US" sz="1300" b="0" i="1">
                                <a:latin typeface="Cambria Math" panose="02040503050406030204" pitchFamily="18" charset="0"/>
                              </a:rPr>
                              <m:t>4</m:t>
                            </m:r>
                            <m:r>
                              <a:rPr lang="en-US" sz="1300" b="0" i="1">
                                <a:latin typeface="Cambria Math" panose="02040503050406030204" pitchFamily="18" charset="0"/>
                              </a:rPr>
                              <m:t>𝐷</m:t>
                            </m:r>
                          </m:den>
                        </m:f>
                        <m:nary>
                          <m:naryPr>
                            <m:chr m:val="∑"/>
                            <m:limLoc m:val="undOvr"/>
                            <m:supHide m:val="on"/>
                            <m:ctrlPr>
                              <a:rPr lang="en-US" sz="1300" b="0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en-US" sz="1300" b="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1300" b="0" i="1">
                                <a:latin typeface="Cambria Math" panose="02040503050406030204" pitchFamily="18" charset="0"/>
                              </a:rPr>
                              <m:t>=1,2,3</m:t>
                            </m:r>
                          </m:sub>
                          <m:sup/>
                          <m:e>
                            <m:sSub>
                              <m:sSubPr>
                                <m:ctrlPr>
                                  <a:rPr lang="en-US" sz="1300" b="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300" b="0" i="1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en-US" sz="1300" b="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nary>
                        <m:d>
                          <m:dPr>
                            <m:ctrlPr>
                              <a:rPr lang="en-US" sz="1300" b="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sz="1300" b="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sz="1300" b="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num>
                              <m:den>
                                <m:rad>
                                  <m:radPr>
                                    <m:degHide m:val="on"/>
                                    <m:ctrlPr>
                                      <a:rPr lang="en-US" sz="1300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sSup>
                                      <m:sSupPr>
                                        <m:ctrlPr>
                                          <a:rPr lang="en-US" sz="1300" b="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US" sz="1300" b="0" i="1">
                                            <a:latin typeface="Cambria Math" panose="02040503050406030204" pitchFamily="18" charset="0"/>
                                          </a:rPr>
                                          <m:t>𝜌</m:t>
                                        </m:r>
                                      </m:e>
                                      <m:sup>
                                        <m:r>
                                          <a:rPr lang="en-US" sz="1300" b="0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  <m:r>
                                      <a:rPr lang="en-US" sz="1300" b="0" i="1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sSup>
                                      <m:sSupPr>
                                        <m:ctrlPr>
                                          <a:rPr lang="en-US" sz="1300" b="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sSub>
                                          <m:sSubPr>
                                            <m:ctrlPr>
                                              <a:rPr lang="en-US" sz="1300" b="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1300" b="0" i="1">
                                                <a:latin typeface="Cambria Math" panose="02040503050406030204" pitchFamily="18" charset="0"/>
                                              </a:rPr>
                                              <m:t>𝑐</m:t>
                                            </m:r>
                                          </m:e>
                                          <m:sub>
                                            <m:r>
                                              <a:rPr lang="en-US" sz="1300" b="0" i="1">
                                                <a:latin typeface="Cambria Math" panose="02040503050406030204" pitchFamily="18" charset="0"/>
                                              </a:rPr>
                                              <m:t>𝑖</m:t>
                                            </m:r>
                                          </m:sub>
                                        </m:sSub>
                                      </m:e>
                                      <m:sup>
                                        <m:r>
                                          <a:rPr lang="en-US" sz="1300" b="0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e>
                                </m:rad>
                              </m:den>
                            </m:f>
                            <m:r>
                              <a:rPr lang="en-US" sz="1300" b="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f>
                              <m:fPr>
                                <m:ctrlPr>
                                  <a:rPr lang="en-US" sz="1300" b="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sz="1300" b="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ad>
                                  <m:radPr>
                                    <m:degHide m:val="on"/>
                                    <m:ctrlPr>
                                      <a:rPr lang="en-US" sz="1300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sSup>
                                      <m:sSupPr>
                                        <m:ctrlPr>
                                          <a:rPr lang="en-US" sz="1300" b="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US" sz="1300" b="0" i="1">
                                            <a:latin typeface="Cambria Math" panose="02040503050406030204" pitchFamily="18" charset="0"/>
                                          </a:rPr>
                                          <m:t>𝜌</m:t>
                                        </m:r>
                                      </m:e>
                                      <m:sup>
                                        <m:r>
                                          <a:rPr lang="en-US" sz="1300" b="0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  <m:r>
                                      <a:rPr lang="en-US" sz="1300" b="0" i="1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sSup>
                                      <m:sSupPr>
                                        <m:ctrlPr>
                                          <a:rPr lang="en-US" sz="1300" b="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d>
                                          <m:dPr>
                                            <m:ctrlPr>
                                              <a:rPr lang="en-US" sz="1300" b="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en-US" sz="1300" b="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en-US" sz="1300" b="0" i="1">
                                                    <a:latin typeface="Cambria Math" panose="02040503050406030204" pitchFamily="18" charset="0"/>
                                                  </a:rPr>
                                                  <m:t>𝑐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en-US" sz="1300" b="0" i="1">
                                                    <a:latin typeface="Cambria Math" panose="02040503050406030204" pitchFamily="18" charset="0"/>
                                                  </a:rPr>
                                                  <m:t>𝑖</m:t>
                                                </m:r>
                                              </m:sub>
                                            </m:sSub>
                                            <m:r>
                                              <a:rPr lang="en-US" sz="1300" b="0" i="1">
                                                <a:latin typeface="Cambria Math" panose="02040503050406030204" pitchFamily="18" charset="0"/>
                                              </a:rPr>
                                              <m:t>+</m:t>
                                            </m:r>
                                            <m:r>
                                              <a:rPr lang="en-US" sz="1300" b="0" i="1">
                                                <a:latin typeface="Cambria Math" panose="02040503050406030204" pitchFamily="18" charset="0"/>
                                              </a:rPr>
                                              <m:t>𝑧</m:t>
                                            </m:r>
                                            <m:r>
                                              <a:rPr lang="en-US" sz="1300" b="0" i="1">
                                                <a:latin typeface="Cambria Math" panose="02040503050406030204" pitchFamily="18" charset="0"/>
                                              </a:rPr>
                                              <m:t>+</m:t>
                                            </m:r>
                                            <m:r>
                                              <a:rPr lang="en-US" sz="1300" b="0" i="1">
                                                <a:latin typeface="Cambria Math" panose="02040503050406030204" pitchFamily="18" charset="0"/>
                                              </a:rPr>
                                              <m:t>𝐷</m:t>
                                            </m:r>
                                          </m:e>
                                        </m:d>
                                      </m:e>
                                      <m:sup>
                                        <m:r>
                                          <a:rPr lang="en-US" sz="1300" b="0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e>
                                </m:rad>
                              </m:den>
                            </m:f>
                            <m:r>
                              <a:rPr lang="en-US" sz="1300" b="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f>
                              <m:fPr>
                                <m:ctrlPr>
                                  <a:rPr lang="en-US" sz="1300" b="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sz="1300" b="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ad>
                                  <m:radPr>
                                    <m:degHide m:val="on"/>
                                    <m:ctrlPr>
                                      <a:rPr lang="en-US" sz="1300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sSup>
                                      <m:sSupPr>
                                        <m:ctrlPr>
                                          <a:rPr lang="en-US" sz="1300" b="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US" sz="1300" b="0" i="1">
                                            <a:latin typeface="Cambria Math" panose="02040503050406030204" pitchFamily="18" charset="0"/>
                                          </a:rPr>
                                          <m:t>𝜌</m:t>
                                        </m:r>
                                      </m:e>
                                      <m:sup>
                                        <m:r>
                                          <a:rPr lang="en-US" sz="1300" b="0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  <m:r>
                                      <a:rPr lang="en-US" sz="1300" b="0" i="1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sSup>
                                      <m:sSupPr>
                                        <m:ctrlPr>
                                          <a:rPr lang="en-US" sz="1300" b="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d>
                                          <m:dPr>
                                            <m:ctrlPr>
                                              <a:rPr lang="en-US" sz="1300" b="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en-US" sz="1300" b="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en-US" sz="1300" b="0" i="1">
                                                    <a:latin typeface="Cambria Math" panose="02040503050406030204" pitchFamily="18" charset="0"/>
                                                  </a:rPr>
                                                  <m:t>𝑐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en-US" sz="1300" b="0" i="1">
                                                    <a:latin typeface="Cambria Math" panose="02040503050406030204" pitchFamily="18" charset="0"/>
                                                  </a:rPr>
                                                  <m:t>𝑖</m:t>
                                                </m:r>
                                              </m:sub>
                                            </m:sSub>
                                            <m:r>
                                              <a:rPr lang="en-US" sz="1300" b="0" i="1">
                                                <a:latin typeface="Cambria Math" panose="02040503050406030204" pitchFamily="18" charset="0"/>
                                              </a:rPr>
                                              <m:t>−</m:t>
                                            </m:r>
                                            <m:r>
                                              <a:rPr lang="en-US" sz="1300" b="0" i="1">
                                                <a:latin typeface="Cambria Math" panose="02040503050406030204" pitchFamily="18" charset="0"/>
                                              </a:rPr>
                                              <m:t>𝑧</m:t>
                                            </m:r>
                                            <m:r>
                                              <a:rPr lang="en-US" sz="1300" b="0" i="1">
                                                <a:latin typeface="Cambria Math" panose="02040503050406030204" pitchFamily="18" charset="0"/>
                                              </a:rPr>
                                              <m:t>+</m:t>
                                            </m:r>
                                            <m:r>
                                              <a:rPr lang="en-US" sz="1300" b="0" i="1">
                                                <a:latin typeface="Cambria Math" panose="02040503050406030204" pitchFamily="18" charset="0"/>
                                              </a:rPr>
                                              <m:t>𝐷</m:t>
                                            </m:r>
                                          </m:e>
                                        </m:d>
                                      </m:e>
                                      <m:sup>
                                        <m:r>
                                          <a:rPr lang="en-US" sz="1300" b="0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e>
                                </m:rad>
                              </m:den>
                            </m:f>
                          </m:e>
                        </m:d>
                      </m:oMath>
                    </m:oMathPara>
                  </a14:m>
                  <a:endParaRPr lang="en-US" sz="1300" b="0"/>
                </a:p>
              </p:txBody>
            </p:sp>
          </mc:Choice>
          <mc:Fallback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390C4027-95E5-86B2-DA1E-5661464DB80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54791" y="4634678"/>
                  <a:ext cx="5636158" cy="513410"/>
                </a:xfrm>
                <a:prstGeom prst="rect">
                  <a:avLst/>
                </a:prstGeom>
                <a:blipFill>
                  <a:blip r:embed="rId15"/>
                  <a:stretch>
                    <a:fillRect l="-225" t="-133333" b="-188095"/>
                  </a:stretch>
                </a:blipFill>
              </p:spPr>
              <p:txBody>
                <a:bodyPr/>
                <a:lstStyle/>
                <a:p>
                  <a:r>
                    <a:rPr lang="en-JP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A90D0210-38C6-4EA5-59BF-E2682A33D614}"/>
                    </a:ext>
                  </a:extLst>
                </p:cNvPr>
                <p:cNvSpPr txBox="1"/>
                <p:nvPr/>
              </p:nvSpPr>
              <p:spPr>
                <a:xfrm>
                  <a:off x="3598559" y="5399601"/>
                  <a:ext cx="5039136" cy="51341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f>
                          <m:fPr>
                            <m:ctrlPr>
                              <a:rPr lang="en-US" sz="1300" b="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sz="1300" b="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300" b="0" i="1">
                                    <a:latin typeface="Cambria Math" panose="02040503050406030204" pitchFamily="18" charset="0"/>
                                  </a:rPr>
                                  <m:t>𝜇</m:t>
                                </m:r>
                              </m:e>
                              <m:sub>
                                <m:r>
                                  <a:rPr lang="en-US" sz="1300" b="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sz="1300" b="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300" b="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e>
                              <m:sub>
                                <m:r>
                                  <a:rPr lang="en-US" sz="1300" b="0" i="1">
                                    <a:latin typeface="Cambria Math" panose="02040503050406030204" pitchFamily="18" charset="0"/>
                                  </a:rPr>
                                  <m:t>𝜑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sz="1300" b="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m:rPr>
                                    <m:sty m:val="p"/>
                                  </m:rPr>
                                  <a:rPr lang="en-US" sz="1300" b="0" i="1">
                                    <a:latin typeface="Cambria Math" panose="02040503050406030204" pitchFamily="18" charset="0"/>
                                  </a:rPr>
                                  <m:t>MLT</m:t>
                                </m:r>
                              </m:e>
                            </m:d>
                          </m:num>
                          <m:den>
                            <m:r>
                              <a:rPr lang="en-US" sz="1300" b="0" i="1">
                                <a:latin typeface="Cambria Math" panose="02040503050406030204" pitchFamily="18" charset="0"/>
                              </a:rPr>
                              <m:t>4</m:t>
                            </m:r>
                            <m:r>
                              <a:rPr lang="en-US" sz="1300" b="0" i="1">
                                <a:latin typeface="Cambria Math" panose="02040503050406030204" pitchFamily="18" charset="0"/>
                              </a:rPr>
                              <m:t>𝐷</m:t>
                            </m:r>
                          </m:den>
                        </m:f>
                        <m:nary>
                          <m:naryPr>
                            <m:chr m:val="∑"/>
                            <m:limLoc m:val="undOvr"/>
                            <m:supHide m:val="on"/>
                            <m:ctrlPr>
                              <a:rPr lang="en-US" sz="1300" b="0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en-US" sz="1300" b="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1300" b="0" i="1">
                                <a:latin typeface="Cambria Math" panose="02040503050406030204" pitchFamily="18" charset="0"/>
                              </a:rPr>
                              <m:t>=1,2,3</m:t>
                            </m:r>
                          </m:sub>
                          <m:sup/>
                          <m:e>
                            <m:r>
                              <a:rPr lang="en-US" sz="1300" b="0" i="1">
                                <a:latin typeface="Cambria Math" panose="02040503050406030204" pitchFamily="18" charset="0"/>
                              </a:rPr>
                              <m:t>𝑤</m:t>
                            </m:r>
                            <m:r>
                              <a:rPr lang="en-US" sz="1300" b="0" i="1" baseline="-2500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d>
                              <m:dPr>
                                <m:ctrlPr>
                                  <a:rPr lang="en-US" sz="1300" b="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n-US" sz="1300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1300" b="0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ad>
                                      <m:radPr>
                                        <m:degHide m:val="on"/>
                                        <m:ctrlPr>
                                          <a:rPr lang="en-US" sz="1300" b="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radPr>
                                      <m:deg/>
                                      <m:e>
                                        <m:sSup>
                                          <m:sSupPr>
                                            <m:ctrlPr>
                                              <a:rPr lang="en-US" sz="1300" b="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en-US" sz="1300" b="0" i="1">
                                                <a:latin typeface="Cambria Math" panose="02040503050406030204" pitchFamily="18" charset="0"/>
                                              </a:rPr>
                                              <m:t>𝜌</m:t>
                                            </m:r>
                                          </m:e>
                                          <m:sup>
                                            <m:r>
                                              <a:rPr lang="en-US" sz="1300" b="0" i="1">
                                                <a:latin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p>
                                        <m:r>
                                          <a:rPr lang="en-US" sz="1300" b="0" i="1">
                                            <a:latin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sSup>
                                          <m:sSupPr>
                                            <m:ctrlPr>
                                              <a:rPr lang="en-US" sz="1300" b="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d>
                                              <m:dPr>
                                                <m:ctrlPr>
                                                  <a:rPr lang="en-US" sz="1300" b="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dPr>
                                              <m:e>
                                                <m:sSub>
                                                  <m:sSubPr>
                                                    <m:ctrlPr>
                                                      <a:rPr lang="en-US" sz="1300" b="0" i="1"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sSubPr>
                                                  <m:e>
                                                    <m:r>
                                                      <a:rPr lang="en-US" sz="1300" b="0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𝑐</m:t>
                                                    </m:r>
                                                  </m:e>
                                                  <m:sub>
                                                    <m:r>
                                                      <a:rPr lang="en-US" sz="1300" b="0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𝑖</m:t>
                                                    </m:r>
                                                  </m:sub>
                                                </m:sSub>
                                                <m:r>
                                                  <a:rPr lang="en-US" sz="1300" b="0" i="1">
                                                    <a:latin typeface="Cambria Math" panose="02040503050406030204" pitchFamily="18" charset="0"/>
                                                  </a:rPr>
                                                  <m:t>+</m:t>
                                                </m:r>
                                                <m:d>
                                                  <m:dPr>
                                                    <m:begChr m:val="|"/>
                                                    <m:endChr m:val="|"/>
                                                    <m:ctrlPr>
                                                      <a:rPr lang="en-US" sz="1300" b="0" i="1"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dPr>
                                                  <m:e>
                                                    <m:r>
                                                      <a:rPr lang="en-US" sz="1300" b="0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𝑧</m:t>
                                                    </m:r>
                                                  </m:e>
                                                </m:d>
                                                <m:r>
                                                  <a:rPr lang="en-US" sz="1300" b="0" i="1">
                                                    <a:latin typeface="Cambria Math" panose="02040503050406030204" pitchFamily="18" charset="0"/>
                                                  </a:rPr>
                                                  <m:t>−</m:t>
                                                </m:r>
                                                <m:r>
                                                  <a:rPr lang="en-US" sz="1300" b="0" i="1">
                                                    <a:latin typeface="Cambria Math" panose="02040503050406030204" pitchFamily="18" charset="0"/>
                                                  </a:rPr>
                                                  <m:t>𝐷</m:t>
                                                </m:r>
                                              </m:e>
                                            </m:d>
                                          </m:e>
                                          <m:sup>
                                            <m:r>
                                              <a:rPr lang="en-US" sz="1300" b="0" i="1">
                                                <a:latin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p>
                                      </m:e>
                                    </m:rad>
                                  </m:den>
                                </m:f>
                                <m:r>
                                  <a:rPr lang="en-US" sz="1300" b="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f>
                                  <m:fPr>
                                    <m:ctrlPr>
                                      <a:rPr lang="en-US" sz="1300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1300" b="0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ad>
                                      <m:radPr>
                                        <m:degHide m:val="on"/>
                                        <m:ctrlPr>
                                          <a:rPr lang="en-US" sz="1300" b="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radPr>
                                      <m:deg/>
                                      <m:e>
                                        <m:sSup>
                                          <m:sSupPr>
                                            <m:ctrlPr>
                                              <a:rPr lang="en-US" sz="1300" b="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en-US" sz="1300" b="0" i="1">
                                                <a:latin typeface="Cambria Math" panose="02040503050406030204" pitchFamily="18" charset="0"/>
                                              </a:rPr>
                                              <m:t>𝜌</m:t>
                                            </m:r>
                                          </m:e>
                                          <m:sup>
                                            <m:r>
                                              <a:rPr lang="en-US" sz="1300" b="0" i="1">
                                                <a:latin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p>
                                        <m:r>
                                          <a:rPr lang="en-US" sz="1300" b="0" i="1">
                                            <a:latin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sSup>
                                          <m:sSupPr>
                                            <m:ctrlPr>
                                              <a:rPr lang="en-US" sz="1300" b="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d>
                                              <m:dPr>
                                                <m:ctrlPr>
                                                  <a:rPr lang="en-US" sz="1300" b="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dPr>
                                              <m:e>
                                                <m:sSub>
                                                  <m:sSubPr>
                                                    <m:ctrlPr>
                                                      <a:rPr lang="en-US" sz="1300" b="0" i="1"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sSubPr>
                                                  <m:e>
                                                    <m:r>
                                                      <a:rPr lang="en-US" sz="1300" b="0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𝑐</m:t>
                                                    </m:r>
                                                  </m:e>
                                                  <m:sub>
                                                    <m:r>
                                                      <a:rPr lang="en-US" sz="1300" b="0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𝑖</m:t>
                                                    </m:r>
                                                  </m:sub>
                                                </m:sSub>
                                                <m:r>
                                                  <a:rPr lang="en-US" sz="1300" b="0" i="1">
                                                    <a:latin typeface="Cambria Math" panose="02040503050406030204" pitchFamily="18" charset="0"/>
                                                  </a:rPr>
                                                  <m:t>+</m:t>
                                                </m:r>
                                                <m:d>
                                                  <m:dPr>
                                                    <m:begChr m:val="|"/>
                                                    <m:endChr m:val="|"/>
                                                    <m:ctrlPr>
                                                      <a:rPr lang="en-US" sz="1300" b="0" i="1"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dPr>
                                                  <m:e>
                                                    <m:r>
                                                      <a:rPr lang="en-US" sz="1300" b="0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𝑧</m:t>
                                                    </m:r>
                                                  </m:e>
                                                </m:d>
                                                <m:r>
                                                  <a:rPr lang="en-US" sz="1300" b="0" i="1">
                                                    <a:latin typeface="Cambria Math" panose="02040503050406030204" pitchFamily="18" charset="0"/>
                                                  </a:rPr>
                                                  <m:t>+</m:t>
                                                </m:r>
                                                <m:r>
                                                  <a:rPr lang="en-US" sz="1300" b="0" i="1">
                                                    <a:latin typeface="Cambria Math" panose="02040503050406030204" pitchFamily="18" charset="0"/>
                                                  </a:rPr>
                                                  <m:t>𝐷</m:t>
                                                </m:r>
                                              </m:e>
                                            </m:d>
                                          </m:e>
                                          <m:sup>
                                            <m:r>
                                              <a:rPr lang="en-US" sz="1300" b="0" i="1">
                                                <a:latin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p>
                                      </m:e>
                                    </m:rad>
                                  </m:den>
                                </m:f>
                              </m:e>
                            </m:d>
                          </m:e>
                        </m:nary>
                      </m:oMath>
                    </m:oMathPara>
                  </a14:m>
                  <a:endParaRPr lang="en-US" sz="1300" b="0"/>
                </a:p>
              </p:txBody>
            </p:sp>
          </mc:Choice>
          <mc:Fallback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A90D0210-38C6-4EA5-59BF-E2682A33D61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98559" y="5399601"/>
                  <a:ext cx="5039136" cy="513410"/>
                </a:xfrm>
                <a:prstGeom prst="rect">
                  <a:avLst/>
                </a:prstGeom>
                <a:blipFill>
                  <a:blip r:embed="rId16"/>
                  <a:stretch>
                    <a:fillRect t="-136585" b="-192683"/>
                  </a:stretch>
                </a:blipFill>
              </p:spPr>
              <p:txBody>
                <a:bodyPr/>
                <a:lstStyle/>
                <a:p>
                  <a:r>
                    <a:rPr lang="en-JP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35DAEA2F-2027-16F5-FA47-C81758F20B1C}"/>
                    </a:ext>
                  </a:extLst>
                </p:cNvPr>
                <p:cNvSpPr txBox="1"/>
                <p:nvPr/>
              </p:nvSpPr>
              <p:spPr>
                <a:xfrm>
                  <a:off x="1931593" y="4755378"/>
                  <a:ext cx="1320874" cy="20896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Sup>
                          <m:sSubSupPr>
                            <m:ctrlPr>
                              <a:rPr lang="en-US" sz="1300" b="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300" b="0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en-US" sz="1300" b="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sz="1300" b="0" i="1">
                                <a:latin typeface="Cambria Math" panose="02040503050406030204" pitchFamily="18" charset="0"/>
                              </a:rPr>
                              <m:t>disk</m:t>
                            </m:r>
                          </m:sup>
                        </m:sSubSup>
                        <m:d>
                          <m:dPr>
                            <m:ctrlPr>
                              <a:rPr lang="en-US" sz="1300" b="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300" b="0" i="1">
                                <a:latin typeface="Cambria Math" panose="02040503050406030204" pitchFamily="18" charset="0"/>
                              </a:rPr>
                              <m:t>𝜌</m:t>
                            </m:r>
                            <m:r>
                              <a:rPr lang="en-US" sz="1300" b="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300" b="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  <m:r>
                              <a:rPr lang="en-US" sz="1300" b="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m:rPr>
                                <m:sty m:val="p"/>
                              </m:rPr>
                              <a:rPr lang="en-US" sz="1300" b="0" i="1">
                                <a:latin typeface="Cambria Math" panose="02040503050406030204" pitchFamily="18" charset="0"/>
                              </a:rPr>
                              <m:t>MLT</m:t>
                            </m:r>
                          </m:e>
                        </m:d>
                        <m:r>
                          <a:rPr lang="en-US" sz="1300" b="0" i="1">
                            <a:latin typeface="Cambria Math" panose="02040503050406030204" pitchFamily="18" charset="0"/>
                          </a:rPr>
                          <m:t>=</m:t>
                        </m:r>
                      </m:oMath>
                    </m:oMathPara>
                  </a14:m>
                  <a:endParaRPr lang="en-US" sz="1300" b="0"/>
                </a:p>
              </p:txBody>
            </p:sp>
          </mc:Choice>
          <mc:Fallback xmlns="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E7F2B7BC-596F-6998-A622-E535FFFB059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31593" y="4755378"/>
                  <a:ext cx="1320874" cy="208968"/>
                </a:xfrm>
                <a:prstGeom prst="rect">
                  <a:avLst/>
                </a:prstGeom>
                <a:blipFill>
                  <a:blip r:embed="rId17"/>
                  <a:stretch>
                    <a:fillRect l="-2857" t="-5882" b="-29412"/>
                  </a:stretch>
                </a:blipFill>
              </p:spPr>
              <p:txBody>
                <a:bodyPr/>
                <a:lstStyle/>
                <a:p>
                  <a:r>
                    <a:rPr lang="en-JP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8703144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713D69-6F21-23B8-A7B9-D101459755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0FB8914-F80A-6E31-423B-E2F14BE0E0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5211" y="647999"/>
            <a:ext cx="3147461" cy="2828413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1D30335-4446-877F-EE1C-88A1D551611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58579" y="647999"/>
            <a:ext cx="3140292" cy="2828413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1918BF61-8086-2BC0-6EE5-B5909BA046F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61331" y="3558991"/>
            <a:ext cx="3269338" cy="2843999"/>
          </a:xfrm>
          <a:prstGeom prst="rect">
            <a:avLst/>
          </a:prstGeom>
        </p:spPr>
      </p:pic>
      <p:sp>
        <p:nvSpPr>
          <p:cNvPr id="25" name="Rectangle 24">
            <a:extLst>
              <a:ext uri="{FF2B5EF4-FFF2-40B4-BE49-F238E27FC236}">
                <a16:creationId xmlns:a16="http://schemas.microsoft.com/office/drawing/2014/main" id="{23FA826D-63B3-7970-D2F0-DA1B3E32FBE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392F417E-C139-23FC-4BB4-E92C82D25B3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C6F272AA-28BA-CFDA-F57B-02972E274659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5A74BD29-30CB-A6E7-01B9-D921D51C7F8F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01BDF26A-BE12-930C-91F3-AC0EAC07F923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21DE73C0-09D5-700D-E596-64209F19E5C2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F8EA4486-3168-B4E8-7C6A-DFD6826FE2DB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3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8E4585FD-6570-1951-1C68-AE5A502D40AD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6F01FE8-BF5E-05D0-6621-E877A282918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42672" y="646485"/>
            <a:ext cx="3044047" cy="27765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57933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EA286F-7C39-CC23-7BBB-031A370780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27094826-7FE1-E157-284B-B52FF90352F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ECD0A753-DE57-6C8B-3D53-56E0F794D82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C2D578F3-519A-E32D-63F5-FE2DE206CC35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A02A4EAC-47ED-A15B-D818-0A8272A44274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E574FF6F-E578-385A-8244-B7AA8064D44E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55DA1336-A7AB-39AE-794E-F159E283C2C7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5E43D005-4414-F374-CA65-D13D8C6C99FD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4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FA34E89F-F948-E4D5-3681-7B76A7F65EFE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B9324C6-2FDD-9732-21D2-34BE173CB9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6835" y="2131815"/>
            <a:ext cx="3886200" cy="318430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CEAA9E57-C529-B333-08A6-3531FCDEB19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6130" y="594617"/>
            <a:ext cx="5177706" cy="57291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40759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B3B0D0-6AD8-6A3B-2CFA-8BC8ABD5AB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51600B2A-4F8C-7CAD-CBDC-47FFC062C12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8D99D959-D526-6D11-9D6C-CDB3234CD5C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6E0C7E24-49B2-14CA-7FCF-9418BE2703CF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4951ABEA-24DF-DE2E-F75E-1318A148D88F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254A95E8-52FE-BEF3-9B27-D95C9ED06149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410922A6-2175-429E-9F9C-24B6ACF331F3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958E101D-F397-DC09-9B24-3C0A3B507595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5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8281EA23-31AC-4020-935E-0641B492AC19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EBFC17C-0B7C-716A-1A0C-2BD7BC4C71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500" y="0"/>
            <a:ext cx="5461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57854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7C8278-471C-05B0-4569-1918B8503B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972A4C84-CE95-CB5C-DC33-68A65D30A3F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084D216-350B-D20A-18CF-D257C3AFC86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4C4357AF-F065-B1BB-1CF0-6D40E1E25781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2FEAB1F7-0924-F688-A32B-BFADF1F0A0A5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C4263164-8E77-9B4A-7522-1B8A3DBDE375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42673BDE-EDDF-EAC3-EEA1-D8E42FB9112C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1B8E9DE8-FD3A-C171-142A-31B5C3301177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6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E6533691-2AFD-9AB1-A50F-562D43A66F09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CBDF2D3-6F93-90C7-8A71-77C85DFE9E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500" y="0"/>
            <a:ext cx="5461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99824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F8171D-AF59-3732-AA1F-1757BC3E5C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EFE30877-0541-A91B-753E-403DB9810F7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33AAA9A-2FDC-B968-6622-2277BF9C158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B87B5B16-3D0E-AB08-55F8-5B9FB2C81238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28A5AA02-687A-2E61-0645-D61E452A940D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215F15BC-53AF-681C-AAC3-A5EE37AB663D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189BEA0C-5524-BC0E-C5B1-2684CCC74457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A7DD8642-C5E1-3039-451F-C3F15485A1E4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7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E87FB166-CEE5-4301-E9E2-CE0F0297EA24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4BFEB9F-BDB3-C92D-326B-F0FF0D2745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500" y="0"/>
            <a:ext cx="5461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75368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E9EEBD-1507-2FE5-D8FB-4926601CE0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B3AB0848-C0F1-62A8-4EA6-DA27209AA36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37B680A6-629C-DD0A-EB1F-D28CA11F994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180A7DBD-DD4F-54F9-5234-1B6619C02D37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B8EA9A21-DAEE-DE88-42D7-5E9CDC3066B6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2085B851-BED0-E279-D502-E8A67AA3DF8F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4AFD2B40-0C7D-B289-9AAF-28D75F44D0EB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C1558071-A0F9-FCA4-F34E-9B6FAF580D0A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8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DA227452-4A94-3321-B710-28EB9F92080B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0D18B4C-5329-FE3E-E355-14BD2DC494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500" y="0"/>
            <a:ext cx="5461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194793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85EB18-5329-6F04-141A-082E6DA1C8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24CB5F18-CC0E-2924-0E05-D3DE87D80C1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377FBF3E-57C8-8973-6126-49A96BCE1B7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24ABEBF7-E441-C333-AC66-48E06E4DC6A2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7221DDEF-DCB5-DD55-32E8-DDD636BB3C09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FCAAB602-A5A4-16CC-BD04-98FDC010B96A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ACA1F689-850C-EFC4-B71E-ED0FB9D7E343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68A908BD-1ED2-AAB2-E6BC-119F99B5CB1E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9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20B39C07-D2E1-EE1F-C44F-516DC6604550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17C9C82-285B-F595-C439-0DB0482E85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04793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908476-3735-A738-EF12-F74E3F5D4C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E55408DA-56CE-706D-7EAC-62FC43BAE39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070D7A3-021C-DB87-CCB7-B2EA991F668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3781C451-8BCE-8A68-3074-EF5BE4913F86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5C18C496-D4E7-13AC-8C7F-1A0EEC258EB8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0E7D468D-941A-DE73-3B9F-4F18577B6060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57E6A686-69BE-2A93-C9B9-21655B99CF11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E85F4940-FF8D-6995-64C9-A7DFCC9A88AB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10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9AEF7190-B5B3-C1E9-B4D3-1F57E4C7979E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D561347-6258-8565-9D87-8E6B878B01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863661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4A78FD-1DC7-D47A-E632-F91FDA09DB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7FB5B55C-17CE-60E9-E963-0843421C008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D3DC7EDD-CA64-B12E-47EC-6F92D28C5CC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445DEF29-E090-D304-8E9F-EF7720933887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8E4E16A8-5A75-9B06-8A75-30C9B49A306E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A17F59D8-E27C-51E2-582E-16DBEE8FD167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70CD732B-92F5-4BCA-8121-E0151C7A2084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8B1E0BC6-D325-6157-006F-BA8678C37660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11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87774716-075F-3988-EDF1-DBCBC9620665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3E7BA08D-071E-E5F5-83C3-2FA92FB67C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78092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698887-7DE6-B678-7254-D23AF41A35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1F447570-DA81-EFAE-CF41-A756DA48445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95D41B25-91C2-666B-5565-D0A46E981D6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DDE4E04C-21FE-315C-F728-37364775CD5C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33602F2E-67C3-66E0-DEBF-7FA5350CD43A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424562BC-C611-27AA-950C-F7D87480A632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38134D59-DB37-1F88-546D-F24517F9FBDB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CB253CB8-8E1B-6339-77B1-94A788400B65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12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E90BF0F4-2317-FD12-E760-23E99A5CC219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318233E-20F0-BB4D-8216-4FF63B0E6D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306816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49DA4C-5751-AA5A-7BCF-EFDCBD772B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D57CC924-B87A-DA0C-FD36-C56E59B3860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EED1B0C6-8765-DE01-E8D2-72F81F80D9B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C5AB3245-E291-A28B-8709-DB97BC7366DF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8158FA45-9CF2-6FEA-912B-8B45502ACFAB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2A16E5EC-0C43-72A6-983A-711170D22484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27C8C89A-6105-F796-3240-A352131F46B0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C580ECF3-77AB-9322-A46B-90E78BE32BBC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13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08E3FB08-3A7A-CDAB-B657-20ACF6B4BA61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2C8DCBE-1066-EBC7-9C75-B1BB0A8074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110671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69F7FE-4661-DC49-0495-201DDC0E4B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32E27251-09B2-D485-7B33-7B8BE32905E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8811D165-4648-80AE-F98A-7C5AFE1BBC9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C561D7F3-2EB3-B974-7A6D-D91F9623533B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55750E02-941C-63A7-7611-6E994AA3DB7D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DA4AAF89-2C16-2ED6-6B35-EEEB3B568728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FB784ABE-8F32-8B6A-DB51-95B177D08C3E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E2423833-5259-8B4A-F110-A792DA926036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14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5F22EEAB-EF58-6686-0A84-6738C4D9F89C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7236900-F348-E04E-5FD3-85E4D1042F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587177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662660-0549-2BC0-243D-F21AA82380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24F4C30C-7C6D-AF67-4BCD-40CA284CF54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E71FF34-AB5B-1943-2748-FD94C42BC44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FD04F741-4DA9-37F8-DC62-65677D3A9C8C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0AFE2534-07F8-049C-8E56-87604FCDEE6D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FDA3D7EB-F6AE-3AC1-5EF1-13006C600980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12C0271B-678F-1350-2432-758C7D659810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1CBDEBCB-032E-2D65-E794-2F4B2F803011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15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4CE1460F-D70D-97CC-D6F2-450C946C623D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5DBCE534-175C-14E4-C580-0DFCE5EE42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614315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48C6AB-5AA9-5483-F660-C27D14F6EA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E0EA781A-A0C4-7F46-5E8F-A90970393C5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11D1B3C-9FE6-31D2-481E-E7BF135627C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DF89A2DD-8F2A-E8C2-69F6-679BA91D72EC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80BA3E1A-4191-61A9-901E-968F1D86B045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E74955FE-02C8-9A8D-7767-5FF09EA693A9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9C048590-A263-7139-6BF7-CAE4A3BFB2DF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A90E06EF-82DA-152E-27D8-2054FE6947CD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16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B8EA5E50-5E5C-3069-B619-2F4E0EEF8247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95DC1DA-771D-B63A-3BD4-4D4FF39B53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157788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58E47C-1E7F-BA00-C8CB-5E96FD7ED8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05C7CA51-D4B7-E051-1EEB-55E2ED904F9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9F454B5D-0E29-D29E-D2DD-0C7A582BEEA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0E2CEC1D-6820-9F81-1099-28E4D5EBB466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0257B54F-31A0-96B0-72EA-39521928C13E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6F98D19A-ACA0-CC76-095D-D7BCB0CCA81C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D42EB29B-242F-B1E2-F1C7-8FF5AAF38C82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D2BD6EB3-7C03-8137-81A7-2D566C04DB7D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17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B1850C93-866D-781B-28B7-6C1F17FCF1F0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1A5F0A7-298C-B36A-1DDF-A3CBF29792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113293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35F9E9-2F46-A967-301E-8231ED709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8AB05527-C488-2A22-241F-1C9530DE93B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A1611343-448A-3112-68ED-78B96B697D5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C68723C5-FCE3-CB1B-6D19-B66FA5772926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689CF40A-7376-D1F9-BC2A-BFC5EB8AA7F2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923DE153-5193-7986-4E7B-B36D8F2AF774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1E24A727-1771-3689-5C02-5BBD0FC90F7A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BA7F0994-E647-1766-FB81-26DC304995AF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18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03A4550D-941D-77A3-B774-50342108117F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FCFCC3A-BB36-F2A9-6450-65920D33D4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044523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48AFAA-8CCE-03B0-6FE9-7DAA7D132B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CCD50C5A-C395-DBA3-C7A1-716D7A38D69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B0CCB884-14D4-3813-6733-1B1AEA9674C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E006C28E-7C4D-A0E9-F3D4-F3DBDF18AFEB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C3E0F114-61C5-01B4-0322-A67330AD6D96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5504E7B2-0BBE-BD3F-2E98-25DC8848DABE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0F70F25B-69EC-4AD9-64AA-BCD35307819F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18379B3D-8FFA-0FCB-ED51-ED26FDE8EC27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19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FD9DE92B-78C4-64E0-65B7-59F66A76BF2A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333F981-6DBE-895A-7CF6-F772FCFB93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2988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45F144-734E-5CB5-0BEE-457D4CF474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015E7E34-277D-E1B8-2AB5-BB2497F3C29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20FFE09-63DC-4040-401C-64333B7269A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9B934081-C4EC-5E79-9CA9-1230EA22D5DD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3AE72653-1206-35A0-683D-4AB6D6075F11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CE857A71-8DB6-24D7-BE25-1B089D186322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AB1E65EC-65F5-4297-0CF0-A04FE53D0440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3DEF2259-460A-3389-895E-021380209BA2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20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65CF9B5B-1D38-1ADB-9F4F-353C63DA5632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50022AFC-3696-A9F9-542F-6815AA494F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557821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DB47FD-DDBE-6723-BDDC-83902659D0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05F1A937-7CE0-8EA7-CA4E-C778257ADAF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BD560207-230C-CA9C-3BA0-9101FAE3EFA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7007347D-F78D-559A-B8AD-E17B1B995975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E9E9C53E-67B1-6ECB-8852-3870313FAE72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2399C434-61BF-932D-4D20-AA54AB8F6EBE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85F22BB0-856B-9C10-7B08-4C2F8B41BFD3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2C09FD0E-BC76-BDF1-6BA0-0BC86EE4219B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21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81F3E415-89A3-ACE9-5D69-07864A68F45B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139CECA-9023-B78A-2D9A-EF6394FBFE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284511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F617EA-09B0-15CA-5F9D-2C52A509BC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BCB62344-9678-0211-CECA-F5D1CC99942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32F845C-A8C8-A686-B64C-B47C7F48A0B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8CA4CCCF-094A-9FD1-68FB-EA9CA51C6D12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88C0F986-9328-BE3C-84ED-FE5B2C6F612D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4BEAA44D-4BB8-0C6E-798F-8E86BE5500EC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C52B4FA8-C4BF-43D4-7579-7FBA7B81EF35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3547FD30-7CA0-4C2B-6A1E-CD33955AA164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22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01D8A215-846E-051B-63DA-F3481C661907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1F08BC0-DE93-3F70-653A-EC75B6F4FB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322067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9541B9-40CB-F36C-FE35-E104BF9D7D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4A0BE663-3817-F5DD-B2AC-FD5C10DD353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98BA213D-1ADA-D79F-47CA-09B18AD311A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F81E7FD4-52B6-8870-A90E-7DDFB5FB3C37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DDEEEE55-519B-97F5-CD45-5E7B6D7ED548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173EE0C1-47C9-3EC5-4876-5AFC05A522D2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BD15AFE7-A830-C294-3E3D-A936EAAF1FB9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30742BEA-7148-BCD8-4C3A-61CF6C2F1EB0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23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9BAAD349-7357-4C89-65EF-96A6B319259F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E71E03C-6A35-E544-C586-A3B2CD9B7A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971132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F0D02B-A48B-BE42-40D9-571D604C5E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0EB59E47-995F-574F-749A-F806E025976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7CDF4F6-5FC8-B197-68C2-B2A00284C75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DBA6A7D9-12AB-CB0E-0FCC-BB056C8BBC9F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7DFA9315-07E5-D48F-05E3-B09EA6B37653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F6DA5EAC-8AE4-71B5-EBA8-7F912B00E08B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B46B3D8A-271D-C8F4-3F41-0DBCD17C540A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9A06DFCC-EB62-41CD-CF96-F19203C660FB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24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CBCDB40C-6520-B3C8-96EB-9D2442E39397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0CF67FA5-AD51-71DE-4AFC-4DFB807C19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927069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4ADF0E-8D3E-CDA8-A4F9-5138118C12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AF4538D2-6868-0596-D2E1-7261AD2EC41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E0D4AB19-577C-2049-D822-FE1B9A44104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9A21B2B4-F7CB-147B-7354-68CB3B7AE872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12A09702-B0A9-060A-3EF3-0016466D2727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0D35C8B2-3E15-BF57-5E78-AA1C60E7EBE5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01AE95D0-75F8-59E4-B685-7D68D755AB03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03FA7973-42A0-932F-B4EF-10DA48E12633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25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6307D937-3BCF-572A-C915-3EFAB7EEE0FF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0DDB7B29-EEAC-B7D2-E513-A4AE4F4681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625410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ECD6F3-C531-687D-7BFF-DF1514A504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CEEFF2BA-720F-FECD-B846-AF7DDFCA00E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D0B5F722-21E2-F9B4-2EAB-D652DBDDB35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E4451D4E-8809-810F-3DCD-CDF33805B779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2FBA8014-0825-F0DB-DCED-5BA0A84545D1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84D48B58-B999-841E-42A8-8BA624BE7ACA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D536DF5D-554F-E890-BEF6-F4C8A5DCECFB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8BCA5E6A-C27F-9008-D49C-2FB384B3C6D5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26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64938EBB-24A0-11B8-1E75-5AB11557FD7F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155CC03-E6A5-7E26-4F9B-7C737DAB97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230650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80FC8D-DE40-FC52-38BC-2CD898A105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F5F64C96-B2D2-9D5F-ABA6-DC8EB024796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ED018D2-A06F-57E1-9194-9AB124FE8B2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B7F264E6-1782-33FB-BADE-20990D539780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52FFA0DE-D114-4015-EC53-6E295F21544C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D5FD8C21-C37C-1F3D-B1E8-5A17357AC508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BCBB3CCB-4B7B-A9A2-B13F-277CFA85FEB2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F1EDD3B5-467F-DC7D-5F80-CA7B8BDAC174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27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97360994-E5B1-AD8B-7C02-184ED68E7B51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63B3C1E-B3B7-BDA9-D84F-F8ACDA910D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638485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6E56D3-9186-E2B1-2573-539D61FE6E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8E7378AF-9E6B-8C4F-6647-87ED884743C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1C6E107-4DAF-F8C7-FFE1-FDC5C646C48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72BB05D5-9CCC-BA7C-9E6F-27624D6C81F3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78EE6A51-EAB9-EBBB-1ED3-7172F853E283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49787F63-2642-EFEE-6B6E-30A070C48939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509C7F96-BB0E-043C-4446-C59D821A7651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0B8756FD-FBA8-BD16-5BC9-113B79AB21C4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28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DFB25612-2B32-E02A-16BC-ED769A6CF7AB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C286A81-E57E-2E04-8EB7-32CBC6D1A9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486973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6417D9-157B-203B-5054-2551382788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136BA926-8B02-7F71-209D-CDBEC4A1722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87F338FD-1CA9-F964-4E8B-3C6B97C83A5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209FCE92-4392-AB22-5822-82CCC892073E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8304BBE7-6F76-BE02-57E9-83577AFB6B25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B1FDC143-4C79-1A8E-B3C0-939BCF3EEABD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6E01B739-D711-3EF3-7212-F9CA0CF6CEC1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E38E3CCE-704F-803D-EAB7-9D7A3164C28A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29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25ECA403-51EC-2635-BBCC-0D1CC68B9D09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C62874C-06B7-EB72-6007-6E8D1A4353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578432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C386CB-8A68-FE0B-80D7-CC94190AE4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B69924C3-F487-1A7B-2D47-E179320E8C9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95EB2D94-2FAF-7303-E898-82D9F762538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11423ED7-2695-24B3-ACD0-5B801DA95C0B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F8B349F2-E70D-BE14-011A-F6CC47870D73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38F313D3-E794-90DD-18D5-88CA7F8EC5C6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2B27CC37-9869-A190-C8B8-C322B0A9C829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6F420E62-61F5-B2AA-4DFF-78B7A7E0D7C3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30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539BDC77-E3ED-CB5A-0678-D4D38246AB8F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0A6A3077-A4ED-2298-A9FA-D8F0404E24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278759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01264F-273A-0856-D8EB-51B11F8844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933BEA13-9F0A-4B3B-6E60-F23F339B72E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25CEAC4-6F3E-C991-0B50-33451A6E7C7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77033F03-03F7-79BF-95D9-80FE9711A268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1AB0F863-3FA9-B608-78CA-B70C8F880DB5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11A16B7C-9DCA-783B-282A-92AAE8FDF138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0794E205-5327-8B11-3861-DB8EF94A72DE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660257DE-7A4A-7AC9-037B-A35B2C1C1150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31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38AD2D00-4A0C-2118-5296-7AA90430F7E5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BB85D7D-A2C1-5501-0FF6-8FD754BE06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555178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9957C6-8194-65D2-D8F8-D2793A88EB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C6E8F150-F1C6-8F97-77A3-7FA2AFDCB20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112641A-BD55-D724-FDB6-B3E47891015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84B778F8-DC23-7837-A354-00E69F619F40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3E18E82C-0070-06D4-8ADD-E567A92A10EE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ED1209EA-3F37-36EE-8F8B-0E5F4937CD30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A11433CD-8C56-B3EA-A1BD-0A6C1E1CEC5E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58D1B5E7-B238-D4F6-D868-B2A79446D22A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32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2FC806F1-FBAA-F42B-6863-DD39EE21C931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3736BF91-4A10-EBDB-D74A-89A6F09DA3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636387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C1871E-6F5D-41B7-E1EA-4DBA25CD8E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A79EC2D7-0EFF-5B68-C7EE-4FCF21D9092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8B608258-7076-1F07-564B-3EFFD058602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44EC7612-182B-A4FF-D1F7-23271233B89F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D4738D5B-97D7-4AF9-6F5B-6608D8FB43A4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70B5079C-ADB2-CFA6-8F90-AC54AF16AC27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7B2B0B61-8C31-06DB-3C1F-182FCDA9F8FC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76156327-24D5-587F-DFC2-9C921228B402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33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AC7C88B2-7F12-E8A8-D298-D5CFC853129D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4942D97-A063-BE7D-3E37-0DEFF80417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280970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1542C0-172F-2E85-E0CA-F194911313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F9932F07-C336-E165-CB46-90A184F4041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E7CE3E54-94CE-06C6-0345-CA9005EF805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8FFDD455-8596-6F29-57B5-8444B2A469E1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968F9F37-A40D-62E3-CA93-5E3AEB937DA1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970C9042-DD65-0979-7EF7-F11CF42A0AC1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F7C67506-7378-BC83-BE94-E4F520E7B5F0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7C5766CE-767C-0643-F623-26E89E96A12A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34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077D370E-998E-7B3A-966B-7D2B892956EA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25F20DC-3863-751B-851A-5A18C1D238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979580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2CA63E-362F-C213-FC8A-B84267723F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FE904138-09FC-EC73-26FF-65B9C035222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B04A6E60-4B60-ECCE-2FEA-4BE5F322AF9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4689B3D8-515D-C48B-CFC0-220B6EF5691E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A60AA8B3-25BE-2806-5BC6-BC35C03E2DC0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6ED3DB13-AFDF-C6B4-E0BF-07573CD8A978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1ACA14A7-9E94-DA86-C82E-D17104D26CD3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E4DC28AC-AA30-1D9D-4CA9-500DD98F59AD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35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6BB77825-DAC0-4399-9A76-F661E9ED26C2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0A510C9-22DB-6F6F-D37D-8780C67EC7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145912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60F816-CA55-BC52-608D-1A599F229A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3E49BCE3-EC07-165E-4258-B04E4D79065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E6B71ED-6BFC-F830-85BF-8F6584B44EC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4B3C6B2B-8ED6-9393-8315-891CAF058A16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A67F7BB6-B24E-4F3A-B5FC-BBB95C9DF110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9144814F-1E13-D5B5-8E88-A1234118C435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0319B81A-3E88-63F3-BE95-DB2E69DA10EF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E7876ABF-B62F-011B-E6E3-C95103A704F2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36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C92B0F27-355E-F9D4-1407-91D09A248096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8C31C06B-F830-04B6-4560-1B7A51FF4E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459128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1C5807-6F8E-3778-0D07-B866D7C311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40B8043B-9062-80BC-6E58-FF44AB74A55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AEB6CAB-902E-7AF8-B64A-25921EBEF3B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F7A6E2E5-D34A-AE71-527C-DAD928B532D6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60D1F90D-E715-8DF3-4945-3A4A84537DF9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1E8D0EC9-7156-6AA1-A762-F4520553C8F6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54638BF9-7CA9-818F-A1B3-70A886D8247D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B67B1ECE-B4E6-F59A-6153-E7214AE86350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37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DFA0C046-84B9-0F01-4131-F652D32B164D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8DB5765-5891-1022-D490-8A88AF9D5F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342726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A26E1C-93C8-10E0-82E9-792ED742EC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C8E2DE87-72FB-3B07-9F50-5353AE2137F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0D41D42-D9C0-FF8C-DABE-39DEB77EAA0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08C70B38-03F8-8CDD-6938-D84F078A0C8B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DA958B86-7B9A-635A-E572-B6EAEEFA98A4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4981A221-96AB-959C-F32D-9E204C0A7B59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35C61398-0705-9FF4-6A75-2F4E12FF4727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7E538019-27F7-88AD-B319-7225698AB861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38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D6FC71F8-6F43-F1FB-B2C6-7ECB32774C38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86B30D5-CD35-AE98-7E5D-6E01D5DC26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194459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D9F288-CBC6-9106-99E2-E841F31BEE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8B26C95C-05FC-4C48-EFD5-C25F7A1020B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8A64FC8-1D48-259D-149A-B9C4F2BF06C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67C18E69-FAAE-AB1C-87BF-1B4D74810DB8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BC2EC2F2-9330-FC31-9181-DF08F765ADD3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DE4B3DD7-1A53-D2EE-995E-B79CE46AC242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D90BFC6E-7A01-E9A9-0B3D-8E795CF532F8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AA641BD6-ED27-04D7-D050-D2291603372B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39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C0D51062-AD50-FB64-45DC-2436A9FABC3A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DD068FF-C146-08DA-BE97-587DD71AA7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914194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0DF50D-EB7A-E30A-6DF0-36D54469E2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AE900D41-AAAF-9540-25B8-A31BB6871E1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4D94943-206E-C89D-F2D6-DECC9AF363D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67FD4CD9-5089-1C6A-02C2-8D71F6DE0F30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5499275E-6079-BF87-C629-3A74DD9E838D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E98706E5-BB0E-9DCA-AA80-0F8FC7B83B5B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8B3D10C0-F4DC-4E6D-4F1E-B47250DA1AFB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2CE00D5C-CECC-8AAC-6E8D-5E565C93EA69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40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DCF785DD-6F9A-FE84-6A43-C6BEAD9059F6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FD497E3-AD76-9BE9-3143-BEAF0A9644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257824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240AA4-DFB9-9BA5-52B0-6AD154B0E1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E1EE7BA7-4118-E013-4DCC-226EEC6F05A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D0ED83B4-98AC-8B9D-320E-7A1CBA77852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AF810BE9-11E8-9950-EC47-3CA7A53C6A63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E6F5159A-DE8F-8060-C94A-9807E3E84E1A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7B604E9D-E42B-E666-3622-396CF0F6A024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64905A17-BDA2-70B3-B800-15B40587BD56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FD33DBEB-AE81-7465-9EF4-5C5AB48F0A58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41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0E7DF8E9-C634-BC5D-B8A1-049F78193CD6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2FC6D22-E5B1-AA41-20F8-978573FE18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25661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85FD73-B3F0-5FB8-7E5D-4062E7CC6F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9B08F89E-4B17-97D5-E290-418ED1DBEEB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1427AD3-36DF-05E7-4143-27195C0A444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5962B6F7-6208-9B9A-7830-4A5A91E2CDCC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816C4D55-5899-8FE8-D885-6BC7F62BCDC1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BED113C1-6F73-0F66-ED2B-B4483829C0F6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E7D93D9E-91BE-3580-98A4-FBC06F938CA5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612B1EE6-1A88-DB03-9769-95B2C37DADF3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42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037DB647-5190-7B59-264F-55DC82D17D16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FE2444F-8A79-583F-12FC-A2F110619A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625329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70E2C1-1775-206B-A03F-F801509B92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194B261E-D519-907E-0C0E-B2AFC9BFFC1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98D135EB-47F3-48ED-F759-F89BF78C81C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7383279D-9DA3-E630-740B-97F40F29A39E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8A1C0FB3-BE73-8157-B6F0-B794012CE453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BE8E67E8-6658-7D74-138A-D5984DB02B01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C52FA32B-0168-702D-1316-F65DAEE0B6F2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71E075F3-CB09-0731-BCE8-AD697E7D2960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43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9AB87E92-58E9-6FAD-3D3D-964CBED11A64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7DE1626-585A-B7FB-4C85-F80C2BAAE4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963285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C9FCC5-B434-AD76-0BA2-FFF0EBDF6F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42670EA4-74B3-D70B-DD96-1AE8FBD925C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009C569-7256-5BF2-3FBC-86D67F24528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31F22904-ADBC-BADE-F7C3-7C3164EFF638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0A13A57F-158F-3D71-8B3A-4331F04EBC1D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EC8288D9-89EB-80C3-70B6-312871EC21E3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789D3DE4-DE7A-1F14-43F6-9ABC571ADB4F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012C0E13-93AD-9BBB-982C-4CDB6B08A823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44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B12BA8FB-EE1E-0764-E0BC-F165105F81DF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7AF38A8-A12F-24EB-9DAB-DDC452502B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694162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3A2076-0A3E-D2F6-7C65-F2D028C337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185043A3-4A16-DC9F-235A-B5DB62E2FC3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3F45B47-BFA1-82CE-86C8-D450345AA13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85ADCB46-0194-8734-DC19-50D027F7CED4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F3EB0EFF-C35B-C452-94F4-FDF106E44BB7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B4A53EED-E2BF-8800-3E7F-9F53E3894961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7BAF0FBC-F806-4953-DA5D-C2D63D31FF5E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1BA34EE0-DDCB-D703-B499-DC5A4A0565BD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45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5533B3A7-8774-C464-4B51-027E9AC52FED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3654426F-57C3-7218-CBA8-0C82A8FE0E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564032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7F7106-0B2C-F568-106E-552ADD4B97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6877107C-F83D-F11D-0738-DDC0876E511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807373D-E6AE-E1AC-1210-4D6C297D1F1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7CF73DDE-1A40-7E51-7435-1BC0AEFA5BAD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9A8639A5-10D8-01EC-0F7B-70585EE160F8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FF3B09F3-633C-5267-E58D-2533823576ED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042AEF39-1E16-3C7B-B74E-B758EBBCF42A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D58B1AF1-3A54-52D0-51E9-583FB0E13646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46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9A68D159-E319-0272-0494-EFFE775C2BB2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ED5B89E-4BC0-9F9A-559E-B6D2A93522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138608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AE2B37-5420-7FC7-4335-84DF153559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02F971EF-A49A-26B9-5B20-94E9352C57C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E7CD7CE-AF85-F128-0A2B-ED5BE838D8C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B006DD2E-D37B-DBD5-57BD-A290C120DC0A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9835858F-9E1C-6C85-FF8C-2C6A17917C64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D16365A6-E452-B147-FE1D-E3E6C53056C7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58370AA6-34A0-A8A1-8291-793F5A3F3C94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639DAE9B-D82C-7A3D-6A4C-1E987F1B8F0A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47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4840BCCB-3CCC-AAE0-BE88-692BE3521B8C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2EF8DC2-5345-1B0F-E7E3-4A2C6D9F14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410575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D9550E-58E5-A2F9-FE3C-AD73775A02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A1351844-3022-1836-8E31-D94BFFB731D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E7513CAA-B77C-A65A-2836-F78ACBCAEEA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185EB139-B12B-0A71-EF9F-A6AF7AA9E0FD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D7DA5A71-4A5E-8FBF-E8EA-09B83CF36FB4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DEB7D4ED-E3DB-EE18-331F-7A8076B56CD7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D94173E5-66E4-0E6D-D24A-31BFC2CBCD89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9F665F04-37F8-63DE-CC43-00CC04B332C5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48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7C81C190-F106-60ED-C845-4B2786BA725A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7B6D929-9E8E-02F6-753F-92CF640EDE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385249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862B14-E263-8251-5D2E-F484290984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CE1F9262-C099-C2FA-5EFF-1FAEE39099C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88E95179-65D1-79C1-CC2B-C70567358DA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298547AF-F2AB-0A0D-933C-0F921D537C8F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5A9B7787-BBDB-8C52-93AC-70548FE0FD8E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868C59A6-9286-8C41-4FBF-BA87434A1EC3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38A017AF-E9EE-ACF8-691D-880C125867D2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BCEA03E2-7561-7BC6-0496-274F07B44759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49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C730F293-4BE5-8FF1-2EC1-AD2A7365EB3C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7D4E334-85F0-3996-5F0E-1EAD332DC8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484774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100864-62FA-4D36-F379-F4DCDF3EB0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297773C3-69CE-7220-7106-3E55F4457B8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B5FB001-485C-A516-C135-09A392EF14D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C82AB81B-BD5C-CA93-555B-13FEFECDB016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606AD06C-034B-0A54-9C9D-3036412D0A29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A2900CE2-B43E-3C71-8C5B-FBE068DF2E41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1D76CC1B-ED2C-D6F7-CEFF-6B344E458FED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18C7AE03-367D-8F6B-5DAC-AB4AD7DCE1DB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50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FF2B9A4D-8CC1-D696-C930-F113B3BA7405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62B4E84-F0CD-CF2A-C732-8402C17EEF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007694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0920C4-9B59-F635-6D23-1FD689AA50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8959CB0F-B18C-1233-1844-89AB67C7178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8A5B7114-93AE-E104-EE13-AD3DBC80DBE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5F24EDD1-1629-C339-C140-9DDA10374974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71C216AE-F428-07F2-BC38-6D1104DC3C9A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57FC3485-BCFB-27C7-0D3F-240AF2CB9574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8652CCC5-10BE-0386-821F-7CA70787B2F6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D1466516-6BE6-F58C-9AC6-A92CF477202C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51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1ED240A7-1EED-9FC2-68DF-FD02E57AA1E4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54BC75EB-4668-84B4-8FB8-266196C44E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593107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662531-1655-F152-3F6C-D67EABC6A1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6D0C1A25-48E2-025D-A708-8F6A0E1349E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FAB3643-F63A-BB25-51FD-ED2ADD6ED1A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E9E86423-F12C-62EA-6675-83ED6ED0DED8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565641D6-032B-AC6F-8E39-40686B21A589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3EAC1E5A-0DB3-5195-B182-31BB74FDA602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E57628F9-3AE4-CD48-E1F8-4AC60DF117A6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0FE5288D-0002-5850-1DA7-8BB0316D78DC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52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EA38BA49-E717-E113-FFFF-BB55C3837B12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2EE8934-40D9-2A83-38C4-25A43AAE70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532916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A0D025-F09F-1296-C59C-56853040D8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02217963-A01F-8DFF-9E33-F04E5147D51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6E8C232-BCB9-D95D-7FA6-322EE414B49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1542E7D1-EAD8-710B-510B-E2A5F4580D53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B2759C7D-98D0-1E83-039C-EF5DD7FDAD9B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45CCCA27-9157-57D3-FDEC-293A93B34A42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F71FC8BD-7859-8938-E62B-1D38ED573A63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49CE9464-E719-94AF-43B2-CC43D73D79F5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53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7F004799-EF59-3D66-404A-764607937FAD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3ECE15DB-DDAA-3C29-857D-7055204C15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449717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5355DA-5E63-CDB9-9593-A1C3E4A487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1BA77065-BC2B-4834-7A28-474A2540D5B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60B51A9-C66E-1626-DBB4-9D6851C80B9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3A335966-4083-EB02-ADAF-B929D9D13B81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D524CFD1-1B7F-87CB-2E9C-568650BC72C6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DF3DAE1D-00A7-BEB9-EAFA-B6496E4776CF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4017636B-2FB5-5755-AD3E-22F8FA29EC27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AA86D725-4D4D-1394-35D7-150C08419B89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54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2F589643-86BA-8EE0-10F8-58CCF7182162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56EAC9D-61CF-D1E9-940C-148254F1BC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899421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857BA4-043B-477B-8DED-631CE1F98D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3D4E0B3F-E03D-16BC-8C50-F72EFA0083F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5BC435F-21B9-5326-F849-3003D35E099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F1112294-C2A2-0DBB-0BA6-4110F76BB977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B13E0E1B-318B-D79B-706D-6291EC948756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D59F9AA0-39FA-C404-AD42-F0623CCF84B3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CB833002-26E2-E4E9-C732-72FFCE7B792E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6F9809AF-11F1-642A-0CD1-B4AC2706D8D3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55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CF9552A7-A998-3A85-69E9-D6DB05AA0F9A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53B2338-6E5E-31C7-2D86-903A2C86D4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5426701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B0DC43-4B11-48C3-2462-A4BE7D33A9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EA36ACB1-78F3-D33D-2D7D-2A7FD77BD89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B8B03D8-B9F6-D1D6-32A8-BB2831EA126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7B8E4E9C-A143-4F7B-3DA5-C92882DCF979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143B3DB4-4FE7-23A8-990D-A6831FE6328E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A6360841-DA8E-5411-D4DB-A76960FF185D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26CDB391-9F4D-9490-0705-1D84F2D92DFA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026A18E3-9873-02E2-B41B-E5CFDCAFC891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56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CBB63E52-3006-0E3C-193C-7D108B218FC2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5F18623-CFEB-AB47-F64C-CEE24CCE18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9528581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7C3DE7-0BE5-1198-2F05-3E23B435D3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E1C14E22-7904-6738-F068-D8981AF2D04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A5CB65B4-28C4-A47A-E489-F095AA402F6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571E61B2-C6E9-CDF5-8AE2-28BE04F1D640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3F059438-D968-33A4-1730-1B881DBE8885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445A4BD1-0F1E-9F70-8816-1D6188E0EF9F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682F9E98-9164-E5D4-C9C6-D072A12AD677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02B5BECA-19EA-5083-99F3-33745767AB70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57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3715ECB9-1511-DCAB-0EA5-07D60620AF9E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AD339F4-617B-8667-8883-8D2E95B987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884765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9FA491-053B-8EEA-F00E-07980CA648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B5B556AE-DE02-9EA6-2574-CFC667032C4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5133615-2761-05E1-6CDA-54716019F1B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2BE11749-F7F4-3BCC-54DB-81FA4389CE43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ED2F0A81-538D-9797-4278-FCA6D786B967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9AEED57F-B70C-C8B0-A39D-152E2331FEDA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98A88948-CEA5-BF3E-98D1-65009344720C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C18C2E09-20BA-8729-5E95-B61D259B6FA2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58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ABECE278-F07D-AD52-2901-2E79338B10C9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6F0F792-6469-D0B7-7535-42C15FC04E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1810066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007E68-2428-0651-7BE2-EA76E403B9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DF40A500-DF4F-C91F-C972-DA4061C64F5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849A542F-BD54-6D22-A999-9A87DB23C35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F31E7338-D498-0484-72C3-750D204B69AB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E97B8DA0-C3F8-4339-4A39-CD56CFA944FC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75F83AA4-EE41-4D8B-F47F-85E7758D67EA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F86BDB5B-15B7-22F6-EB94-337D6164077E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D49387F4-EFD6-6A51-AE8C-94FB0926ECEF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59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3E6B446F-0CC1-344A-A3AC-1F493D921EAF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D115B09-907B-CF4C-564C-5C2F557E1F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1823792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95DC1F-CEC3-1E4A-43A9-D54B960566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BE0CD3C5-12B5-289A-28A5-29EEB7331ED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BD0952C2-CF22-A2D4-7D53-6BC6B9180C3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D5427794-8962-6B47-89B2-B2970EBB5C9C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28BCC8B1-9C08-79E6-06DC-114ECFBC3C32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0FB1FB2C-11DF-CAC5-6AE0-D36EFF22F751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834500B6-AF86-BCDF-3A39-79D39874F014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0A72EDB1-E4F7-7C96-2D69-1675F850B3B7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60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89D96C42-1482-9288-83E1-CCE0876F3495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BA6C791-7D6A-E8BF-6F32-34A6EDFBD3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2921496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9769C6-6337-B92B-734D-09F93B2654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EF07D073-CA0D-2792-BFDB-D72232E5280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E1D151FD-2B8B-49E3-B3BC-00B5C0472EB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07324E52-941F-D794-2A1F-BEEAA05DE74F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351D0206-59DC-1CD8-E344-438D6D8C37B5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E544F625-469A-04EE-BDA0-C7CD78073C87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A206E4D1-BEE5-0685-A5D6-C9A4C57397D1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6EF9D93B-BF61-1832-1C16-81065C74FFBE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61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03756FB0-C7E8-7B53-74A7-21578BE53E5A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225C944-5668-A155-9655-78698E4976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7816246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739B39-0146-C567-4BC0-A70BC5662E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A802891D-5FBA-0C6C-C676-030BB6A5F01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89DC48EA-0468-3E8D-F004-BF701893B87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93EB371C-9C86-8309-46CC-943463BAFE2D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E707FEEC-8A38-9DFB-A168-20A44F474565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E5DF0A6A-BE72-9513-099F-49AB4D4F70A3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7135404A-7101-4072-55FD-95D4F84E2554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3CDEFCE9-915F-0637-C698-61F49982A290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62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99B9F1A8-15B1-36AF-8E1B-8E26F1EB6BA4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1586683-81F2-EAF8-9B2B-EC600DC344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5930736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B3F6D3-8CC9-075F-705D-226F0ACC94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76C6BA48-8225-D5AA-30EB-E88B7690A87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F0F11C1-EF26-39B5-43A3-F929747D89B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BCE7A600-3DE9-D84F-0D76-DE3790A05D92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6BD039B1-76A2-B12B-9E79-CFE54BB70A04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5D25762E-7583-89E2-B096-C68C9BA03CDB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F29E2C03-BB13-2813-A6F2-9EE21C1BE4F8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596F3F98-EF89-5C6C-B84D-680B6A8E31B7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63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A2285283-DE74-C2DB-1CED-BDC29D486433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14AE7B3-D9EE-DC65-3A61-A1917D0CF5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0675112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D1B597-9382-8101-431A-DA4137F42F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1A41DDA7-A19A-6E9E-1354-5B53537BC76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2C06D89-66A0-62B1-2CEF-D8A41E62265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83C00DDD-C30B-9ACD-0AE1-CA2F48FF9C29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EF23A0B0-9E60-C398-B986-9CD61CEF4DCA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AB048204-76FD-2E76-AFCC-666AC85AF23F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8F7FB947-F035-7847-F359-E1D55E406A71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89D37230-DB96-33FE-4BB4-202BDDA7553E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64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D95B7CA8-D747-59EB-BD74-75E01D77ABBB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C115C80-7785-1670-C5B3-87FF8BE2C8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3844563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C18983-6A0E-E55D-B0C3-34D72F8F0A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34DA4CBD-DF59-6695-1B07-86E0E860BCB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B916195-3BD7-BB9D-79C7-88F720E0E4C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70079031-36F3-14B4-AB59-E4B862F14EAC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380C3272-D309-A54D-317D-A80CBD52559B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7F9C1E73-EC50-EAD7-C1DA-895EF9AB4189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FB8B8E4F-D604-5BF3-4C3B-CABEC7B65529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B0E40617-8C0C-E137-AEE6-8691B23C5997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65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D98E997D-0FAD-DBB4-2541-B462985A9746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2786DAD-6E04-7747-F623-08011663FF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7304859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BC96C1-BB3C-74E4-0AE9-9599C7B8B0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B8A4CD10-4E9E-AAF6-25B1-DCA62795669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E1E821AD-05A0-A715-0DB0-35576FF75A6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5D329A98-4435-E4AB-2C84-EC7BAB5A7A9F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113488BA-EA52-46A1-5414-08F9173DCEE6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0D48DAF5-E5CD-B4BF-D0C3-E77448FF25E2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BF7C52AA-BBE1-5400-FEBB-EFBAD571AA69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3EA2D55D-D149-2811-8373-FF8649A4BFC7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66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DF3957D3-1251-6A83-9363-EA61FCAB8FDA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3AEAA176-CD78-3FD2-D003-3387FEAA20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6674097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E59ED4-31B8-1BDF-67AF-B7A388CBC5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5DA11D0F-8B7E-04A8-48AA-309D9120225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9BA36A13-9DC5-43FB-08CB-C6F840F2C90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4CC56482-9360-4448-D9D5-266FC1000967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ABD8688F-C56E-D310-3552-D0FE8A62CD7F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938B1A54-C23C-357B-0C86-9CDA102E51A2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AEB64E07-B64E-B63F-EB76-6E93E15AA4BB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86B60D5C-6571-158C-908A-5809E5F1B953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67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0E075D3A-838D-1565-ED93-237C84740AF2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20DADB0-5C20-8F74-AE8D-5264F8C367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9688923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78D7A4-3647-949D-E102-F50AF965C3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8D115201-EC50-AA3A-DCA3-F6219D6C9A4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D46EF2AB-C0E9-F17B-1E73-CD298D5F487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5037EA0F-238D-F22F-77F6-9D84D78A2B08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E5B34CC5-F3AB-FF0D-06B1-587077F98143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95B7C177-DE6A-7876-5E66-3AB51F5E75BC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6E180D7A-7CA6-DA5F-97A2-4542C9FC45A2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2503A243-69B5-4CFB-5F96-406769E5AAAD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68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9B4B86F7-650C-FF77-FD38-17B8AE978108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1EFFC3F-54C9-8794-405A-33641E5733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8396022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38378E-87C7-D774-8F17-2ECEC91A88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36375AFD-3019-7020-6C11-139F1521D93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D8F5A61-AA0B-D678-FCAB-541A02C0030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939176A0-D4C4-FCBA-1CEC-A9B0963688D1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7979EA89-5950-BE70-FCF7-104E084E2ED9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948F0B2A-5603-6B64-9EF4-E86ED1845806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A79822E2-E234-6CFC-FC3C-10032789EE3F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5C649773-BD41-254A-E33B-9DE59E84E1E1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69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0A3A3370-0CE2-2ECE-B487-FDE0A229681D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DC02976-C20A-F72F-B44B-23F65C18FE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2128384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33AAF2-D282-E638-6BD3-DDCE7D34A4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76E951C6-66F4-6C5E-6981-0E9DA00C896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6411096-6EE5-BE58-3838-8A2AEB47879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370B4172-4C53-DD28-8580-1475EE7F9994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7860AED1-718C-A6B6-93C2-8C2F55F31AED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4F18A75A-E232-AD79-8321-B9298B51BDF0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62B07403-AEE8-A3B4-7EE2-1B2B86344C59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21F270D5-1958-89D7-7401-14C509D156DC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70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8064FE6F-9157-FFD6-F13A-BA3F84E60AD2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5749FBF-F7D6-4DD4-4A3F-17CC562497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39507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D3B327-ED2C-43D1-DCD8-66257C031C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1D6501E6-DF21-6CB9-928C-2F3434ABC86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2D3DB57-3C84-C0CA-3B2F-6E3AA8132DE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E0D9D285-9E47-2E5D-2B42-7E9BE92F0C8A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A7A45C84-9F4F-F634-B1E1-1E8D9A589B65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9382DF83-121C-BFC3-CF21-163C74460193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A9A446BB-781E-851C-0997-A25F04982B5E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483FEAC8-74A3-EAF1-C43D-D341C9360A38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71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881A9AE2-E255-45A5-6456-2B190248BAE6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E053C63-A444-AC1E-606F-9F48D8C65E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800188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17C0C2-0E3E-4192-4788-872065DF9B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F8EBF9AB-3391-43CB-8AC9-12AB6C5131F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E892A88B-37EC-8687-3343-F8DD644C565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80F236A8-CA71-3638-FAEF-4262AC03821D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1B44B03A-F715-9D47-3039-CE0E4F0B1189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C738FC47-733C-BAC4-6DB2-475CCF3F7F7A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B277DAF8-E5C9-D8D6-FEB6-5048F4C7C75B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769580E1-30D1-1911-3B51-4BFD5B7EFB61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72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C56456A9-A1D9-2CB3-3601-C50CEFA32911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71864A5-884E-3686-3D4E-56DFB497A7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1926420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587FE4-FA7E-CCE1-684D-A4E033A30F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80D5FF7C-7ABF-78D9-BAC5-DED2916DFB8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8B2BED1-25EC-A0F3-D1E0-6A92FD7ECC3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C00AC0DE-25BC-041E-E6E2-50E571425C62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404E9F0A-4B87-C6DA-5C43-26DB10B75159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DBE1F076-1F9C-958F-1F6C-E4121061D28F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0193EAF3-5199-03D5-8653-FAB12F394AF7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4FBFC081-12A8-4B99-D034-A123FE25FCE8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73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4D508C07-ABD2-2092-71D9-2AB0097C46C7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</p:spTree>
    <p:extLst>
      <p:ext uri="{BB962C8B-B14F-4D97-AF65-F5344CB8AC3E}">
        <p14:creationId xmlns:p14="http://schemas.microsoft.com/office/powerpoint/2010/main" val="2071657459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C14BC8-D229-91BD-441D-D47BB7E494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7C63B693-A69E-EA15-2103-56AF8533134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34D6ABE1-3197-7323-E3E2-1FAE6F0F2C7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5DA10BBD-64CF-EBC4-5CE2-AF5DF8876640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50501DF3-41A5-A790-709B-55173C8BB33C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32D13C68-C7E0-1EFE-B6D9-87EBC9A0F3F2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C7D194C0-0160-EF24-EEA1-F77ADACE8B28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1D87ED8F-2A47-5A27-A4CA-8F29E2B728A6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74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2A3B9D77-F3EA-14F5-D7C4-E200A11FD4DD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</p:spTree>
    <p:extLst>
      <p:ext uri="{BB962C8B-B14F-4D97-AF65-F5344CB8AC3E}">
        <p14:creationId xmlns:p14="http://schemas.microsoft.com/office/powerpoint/2010/main" val="3450288982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618F18-B823-5D9A-63D5-623792E389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C6F0AFE2-BF55-A574-8739-44B742E6DFB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1F25507-C182-A94A-1AAD-7255A419722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46E229D8-4054-549F-4F34-C878997777C7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589D4E9E-A470-59DF-1F96-07559CD5741B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DDD433A4-2BCC-CFFF-F292-FF7B57F0A2CA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9C32DA4A-030D-7D25-4F3B-F5489F1191F7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522468C9-D068-0C4B-E400-725A9855E447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75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6415A20A-5944-0A65-4E8D-FFA1E81FE4D0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</p:spTree>
    <p:extLst>
      <p:ext uri="{BB962C8B-B14F-4D97-AF65-F5344CB8AC3E}">
        <p14:creationId xmlns:p14="http://schemas.microsoft.com/office/powerpoint/2010/main" val="1114637840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3286D0-16AE-843C-BE4B-C1415F876F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A4237BEF-027F-0789-9092-0ECA88B3FA2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BA253E5-A400-5D5B-9BD1-DD882A298C4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482BCD11-ACDE-0671-957E-612DB510F73D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AEC25AF5-D860-8284-4BAA-F100727A2557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CA691C2E-2286-356A-3A5F-738BB4933FBC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67F591B6-106A-BFED-9A9A-20D1F6FEB10F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4A465A60-74CA-522C-9096-5298B07D9B82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76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688C4413-2805-9ECE-892F-71099EE2670B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</p:spTree>
    <p:extLst>
      <p:ext uri="{BB962C8B-B14F-4D97-AF65-F5344CB8AC3E}">
        <p14:creationId xmlns:p14="http://schemas.microsoft.com/office/powerpoint/2010/main" val="3322454545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91DEF9-34A4-D670-146C-E4BBD89577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023223CF-FDBF-1593-C6E6-AF8A85F2151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D80BD43F-217D-ED7C-59C8-290AB1A5B71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F8C4CA1C-B62F-D011-989E-F0F5C800E49C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DFBB74E4-8364-59AC-44A2-177660F480CB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674AD076-8EF5-21D5-6A64-2FA09F592513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5465681A-B2C8-B762-499E-42DE9592833F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DA4EF939-DA07-574C-D0D0-25D77AD41967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77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7FDCAB29-ED50-E6FF-3362-C4949ADBFB64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</p:spTree>
    <p:extLst>
      <p:ext uri="{BB962C8B-B14F-4D97-AF65-F5344CB8AC3E}">
        <p14:creationId xmlns:p14="http://schemas.microsoft.com/office/powerpoint/2010/main" val="3502291809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ECE90F-339F-BCF8-4411-E8203D894F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2ABFD82A-EFED-2E1A-26D0-C597ABC7BA0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DC27EB4-A6FC-EAA9-E4A6-7A7E93E3E33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A7799F29-7231-AAAF-9F7D-6E5CF33D15BA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364310C6-9D7A-5604-A0EB-0BD5B67C2BB8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51F88391-4BFF-CDE0-C6E0-747B0A77E78A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89D5F55D-3033-C10B-9815-999A91685F49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348975E5-CA4D-F20C-C993-36EEB83DA0CF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78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9597A86D-E46A-4429-3186-581AF725CFB2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</p:spTree>
    <p:extLst>
      <p:ext uri="{BB962C8B-B14F-4D97-AF65-F5344CB8AC3E}">
        <p14:creationId xmlns:p14="http://schemas.microsoft.com/office/powerpoint/2010/main" val="25013164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19921</TotalTime>
  <Words>627</Words>
  <Application>Microsoft Macintosh PowerPoint</Application>
  <PresentationFormat>Widescreen</PresentationFormat>
  <Paragraphs>278</Paragraphs>
  <Slides>78</Slides>
  <Notes>78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78</vt:i4>
      </vt:variant>
    </vt:vector>
  </HeadingPairs>
  <TitlesOfParts>
    <vt:vector size="86" baseType="lpstr">
      <vt:lpstr>Aptos</vt:lpstr>
      <vt:lpstr>Aptos Display</vt:lpstr>
      <vt:lpstr>Arial</vt:lpstr>
      <vt:lpstr>Cambria Math</vt:lpstr>
      <vt:lpstr>Liberation Sans</vt:lpstr>
      <vt:lpstr>Liberation Sans Narrow</vt:lpstr>
      <vt:lpstr>Myriad Set Pro Semibold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佐藤　晋之祐</dc:creator>
  <cp:lastModifiedBy>佐藤　晋之祐</cp:lastModifiedBy>
  <cp:revision>1499</cp:revision>
  <dcterms:created xsi:type="dcterms:W3CDTF">2026-06-27T02:42:54Z</dcterms:created>
  <dcterms:modified xsi:type="dcterms:W3CDTF">2026-10-11T01:34:20Z</dcterms:modified>
</cp:coreProperties>
</file>