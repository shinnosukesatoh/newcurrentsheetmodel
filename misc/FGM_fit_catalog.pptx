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2"/>
  </p:notesMasterIdLst>
  <p:sldIdLst>
    <p:sldId id="536" r:id="rId2"/>
    <p:sldId id="921" r:id="rId3"/>
    <p:sldId id="640" r:id="rId4"/>
    <p:sldId id="773" r:id="rId5"/>
    <p:sldId id="844" r:id="rId6"/>
    <p:sldId id="847" r:id="rId7"/>
    <p:sldId id="848" r:id="rId8"/>
    <p:sldId id="849" r:id="rId9"/>
    <p:sldId id="850" r:id="rId10"/>
    <p:sldId id="851" r:id="rId11"/>
    <p:sldId id="852" r:id="rId12"/>
    <p:sldId id="853" r:id="rId13"/>
    <p:sldId id="854" r:id="rId14"/>
    <p:sldId id="855" r:id="rId15"/>
    <p:sldId id="856" r:id="rId16"/>
    <p:sldId id="857" r:id="rId17"/>
    <p:sldId id="858" r:id="rId18"/>
    <p:sldId id="859" r:id="rId19"/>
    <p:sldId id="860" r:id="rId20"/>
    <p:sldId id="861" r:id="rId21"/>
    <p:sldId id="862" r:id="rId22"/>
    <p:sldId id="863" r:id="rId23"/>
    <p:sldId id="864" r:id="rId24"/>
    <p:sldId id="865" r:id="rId25"/>
    <p:sldId id="866" r:id="rId26"/>
    <p:sldId id="867" r:id="rId27"/>
    <p:sldId id="868" r:id="rId28"/>
    <p:sldId id="869" r:id="rId29"/>
    <p:sldId id="870" r:id="rId30"/>
    <p:sldId id="871" r:id="rId31"/>
    <p:sldId id="872" r:id="rId32"/>
    <p:sldId id="873" r:id="rId33"/>
    <p:sldId id="874" r:id="rId34"/>
    <p:sldId id="875" r:id="rId35"/>
    <p:sldId id="876" r:id="rId36"/>
    <p:sldId id="877" r:id="rId37"/>
    <p:sldId id="878" r:id="rId38"/>
    <p:sldId id="879" r:id="rId39"/>
    <p:sldId id="880" r:id="rId40"/>
    <p:sldId id="881" r:id="rId41"/>
    <p:sldId id="882" r:id="rId42"/>
    <p:sldId id="883" r:id="rId43"/>
    <p:sldId id="884" r:id="rId44"/>
    <p:sldId id="885" r:id="rId45"/>
    <p:sldId id="886" r:id="rId46"/>
    <p:sldId id="887" r:id="rId47"/>
    <p:sldId id="888" r:id="rId48"/>
    <p:sldId id="889" r:id="rId49"/>
    <p:sldId id="890" r:id="rId50"/>
    <p:sldId id="891" r:id="rId51"/>
    <p:sldId id="892" r:id="rId52"/>
    <p:sldId id="893" r:id="rId53"/>
    <p:sldId id="894" r:id="rId54"/>
    <p:sldId id="895" r:id="rId55"/>
    <p:sldId id="896" r:id="rId56"/>
    <p:sldId id="897" r:id="rId57"/>
    <p:sldId id="898" r:id="rId58"/>
    <p:sldId id="899" r:id="rId59"/>
    <p:sldId id="900" r:id="rId60"/>
    <p:sldId id="901" r:id="rId61"/>
    <p:sldId id="902" r:id="rId62"/>
    <p:sldId id="903" r:id="rId63"/>
    <p:sldId id="904" r:id="rId64"/>
    <p:sldId id="905" r:id="rId65"/>
    <p:sldId id="906" r:id="rId66"/>
    <p:sldId id="907" r:id="rId67"/>
    <p:sldId id="908" r:id="rId68"/>
    <p:sldId id="909" r:id="rId69"/>
    <p:sldId id="910" r:id="rId70"/>
    <p:sldId id="911" r:id="rId71"/>
    <p:sldId id="912" r:id="rId72"/>
    <p:sldId id="913" r:id="rId73"/>
    <p:sldId id="914" r:id="rId74"/>
    <p:sldId id="915" r:id="rId75"/>
    <p:sldId id="916" r:id="rId76"/>
    <p:sldId id="917" r:id="rId77"/>
    <p:sldId id="918" r:id="rId78"/>
    <p:sldId id="919" r:id="rId79"/>
    <p:sldId id="920" r:id="rId80"/>
    <p:sldId id="776" r:id="rId81"/>
    <p:sldId id="777" r:id="rId82"/>
    <p:sldId id="778" r:id="rId83"/>
    <p:sldId id="703" r:id="rId84"/>
    <p:sldId id="704" r:id="rId85"/>
    <p:sldId id="922" r:id="rId86"/>
    <p:sldId id="923" r:id="rId87"/>
    <p:sldId id="924" r:id="rId88"/>
    <p:sldId id="925" r:id="rId89"/>
    <p:sldId id="927" r:id="rId90"/>
    <p:sldId id="926" r:id="rId91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C00"/>
    <a:srgbClr val="0059FF"/>
    <a:srgbClr val="FFCABF"/>
    <a:srgbClr val="D8F255"/>
    <a:srgbClr val="6E3005"/>
    <a:srgbClr val="7F3806"/>
    <a:srgbClr val="764D16"/>
    <a:srgbClr val="FFF100"/>
    <a:srgbClr val="FFFF80"/>
    <a:srgbClr val="F6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97"/>
    <p:restoredTop sz="89037"/>
  </p:normalViewPr>
  <p:slideViewPr>
    <p:cSldViewPr snapToGrid="0">
      <p:cViewPr>
        <p:scale>
          <a:sx n="105" d="100"/>
          <a:sy n="105" d="100"/>
        </p:scale>
        <p:origin x="280" y="320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3CC4F-D31B-AF4D-B3B6-A5FC0EB58011}" type="datetimeFigureOut">
              <a:t>2026/10/14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3261-557A-F540-B84B-105FB06BF89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8270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6143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F4D2-FB63-3FF4-9ACE-FEEFC430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3F60D-D7AB-FDAF-7B53-A9BDE0521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813BC-81E6-76E2-0201-E87D7DC5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4C631-D2A1-C4F9-25A1-5CBEF5131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09486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0BE7-EF9B-BAAE-68F8-1AD01E73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33D32-89D3-BD9A-EA78-CBE1001B9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5300A-5ED9-31C2-51F8-D835004D2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C1702-3AAE-35FC-95BB-C53537DA8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52119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F7A9-4272-E2F1-8C9D-C81391B2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C191B-8AD9-96EE-29AA-8494A3544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A3C1C-46D9-8B1E-9EAB-EAC9657A1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3C6A5-474E-E23D-E1F5-30D3AECF1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23226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CD790-131B-43D3-58B3-9B88BECB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053FC-D485-B628-F656-8F067326F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D9815-E28E-CD6A-AFBC-348F5BBF8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A8823-F1A2-C881-C435-9ECD61AF1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4565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5AF3-879D-09E2-9C2C-6751AD55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E64AA-DA8D-AFBD-92B4-B563A748A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C916F-FD31-AF7F-0F47-357A3AB3E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ECC8B-8CF9-0009-9604-236727E09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05921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E83E-41BE-5548-E3B2-954CD549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8202B-DF1C-2B8B-D371-1186CB008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641A6-AED1-63F5-85AE-3BB1F067D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D18B5-173B-D5E1-AD89-7C9EC485D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4739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DA01-D48B-4A8C-E35C-BB77F5A1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C5646-F072-76A9-BD77-1A74FD7A2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7D174-676B-1F3D-8B58-DE6B2678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C37A1-158A-0AE8-8465-1B9875492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34550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752A4-C9B4-6A36-883A-4AAFF4D9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B61D4-0A2C-A6FB-AB15-24B7BA165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20A15-14B7-1809-6008-B33603D4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F604F-DEF7-FBB8-4E09-9B4B8837D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02674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A611-DDE3-CBC2-45DE-808D6B71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D5A1C-E704-5119-2177-4A425E76D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0A912-39D7-FEAC-79BB-BA9E0FC54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DA3AD-48E8-6B17-5420-5718E923A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49136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54ED7-8E26-D939-874A-09F07A1B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4B119-1AC8-F81C-11FF-19BBC7141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92158-4A5D-2F01-0E91-487114FBC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06DF9-2414-AAA4-CAD0-D2623FBD6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45685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29A8-3601-408B-C6F3-DB4E3FC6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AD7A9-0224-EBDC-FD64-DBC49DDBB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8FD37-7E1A-DCD7-E371-4630E6F34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B4CD9-2DA2-F42C-EDD9-946D02772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20354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8C8F3-7111-A580-956F-475CFC81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B2087-D396-967A-20E2-F7EC9DE59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957F8-92F5-C325-CA75-5C6E00E89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17194-3507-85F7-56E8-585129B01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21295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AF3C-8B4E-908D-E1F8-3A057DE0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121F7-03BA-B38D-2FC7-03BEEDC9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A3973-4603-DCA4-15E7-B4C1CC9AB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D8C2E-597E-F590-3988-3C18CAB7E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31106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2C13-B4CD-213C-CD35-504E3A51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F69C9-8732-9534-85EE-E06586261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3608E-9FD9-B085-B56E-E9846F79A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8D1D6-F7AE-77CA-4DE2-031D9C93A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6884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267A-2E1E-1655-C44B-0B37C156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1144A-CBC0-B579-544F-8E5CD29E3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B17A5-AC3D-E32C-A42B-5100E0139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F638C-668A-709F-89EE-AFD1BEB56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42378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57798-2A3D-95DD-67B6-9B6879C91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D7FE5-60FE-0085-0EF8-F9452DB3F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D3BCF-8A6D-1CA4-8F8E-D35E81439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7BC5F-42DF-4557-36DD-90D7F8BC1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68890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D431-F4BC-78DE-1024-042340B1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82BA0-F292-12A7-68C0-06F98DE71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B7630-03AC-AB61-D86E-3FBE1AF60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04EE6-1655-DADC-AF09-92AB1511A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28329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55F8C-E92A-0E01-17AC-3A199C59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4B7F7-6243-1A1B-D7C7-82D54E495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34E66-2D9C-B5DA-16CB-AED0B6A17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C4B22-62DD-4CC3-13BB-082E6D378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9604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93D81-7F62-9989-3BD9-2354ED24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27192-0AD8-3FB9-40B5-B1E7B0CA4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1C778-64CB-4245-3773-9FC1E23EB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E086-8280-3912-F439-75A627C96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86793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1C8F-B755-53C7-0AA7-DABE13BC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8C6D4-A9F6-D884-B80C-D1962FFB3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4D759-3A75-0EAA-6FAF-4E430F2B5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609E9-943A-96A6-4BE8-6A32DD8F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44110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9ED6-1C2E-E666-16D4-B4EC2CB9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F432E-1AE9-A966-E998-683DAAC90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C2660-50DC-3C20-F6E9-28B808067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24097-55C3-DF65-E63D-0BE21B9A1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49309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46A6-4E85-5E08-D403-C6DC1B53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0EEA9-B4A6-A7DB-0F3D-0F2806107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00FD-CABD-85B4-1895-7AF4C3D95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D8181-3965-3004-7F8C-229DC4C13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94990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585C-978E-DC84-37BC-E818CE01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0D619-6381-B159-F1DF-77D6E182B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EE4BC-59D6-0CB9-83B3-2B2E23CBB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37AC-13B7-FF41-0F10-BA14CA762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665722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8968C-C946-E5ED-5834-29E2B6DAF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AE9BC-F345-7A8B-0E17-FF398E4CD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67ACA-A8CE-25EB-9EA2-F86DFC614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DB46E-4D04-941B-24DE-DF2A12332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6400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CF35-6D34-F7C2-BCEC-80171EFC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FDA7F-3641-56C5-441D-75AD69995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EA986-2ACE-21F2-F86F-93920FD12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00A79-BFA3-0220-CAF1-0A62645B8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7739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B41B-EFD5-2777-DA88-0C4E43EC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BF2D8-767C-4FDA-AF66-D87F5C4E9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7E2BC-056D-6B17-0314-125EF487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3AF00-2045-9FAA-A91E-81403CB84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98858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CFBF-EAE2-439F-4B90-51DA1D771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0619B-E8FD-BA7F-8DC6-D9CB35F5B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2ABE4-F3BB-D5F8-DCAB-7B86DF83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EECD2-0A4E-F33C-5246-51A51139B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89292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66FE-AD16-D2D8-4B40-A8C9A6E94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55E28-B351-83EE-AEF6-4579B57E1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CFF74-39B5-254B-5530-F577480B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A7014-A188-EA1C-00BB-B627FE35B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29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507667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E229-B430-F382-0C15-EED47AAD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FD7D5-63BC-7A61-1C71-1B5B9AEFF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72117-78DB-1721-819F-F0BE1F2AE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76B77-3769-B4E8-0533-9D9786E19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62806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8617-DE42-D7F4-C8B0-265649D2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76F38-762D-62B0-4492-68406CF1A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435FC-1E6D-81B3-3C89-9788E6857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966A4-26FA-6C5E-7684-D9423C7A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155538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4425-138E-7EF1-5502-45A9FAA7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EE587-180D-AE04-64FF-7A70CE485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0FB74-59F4-E82F-FDA8-225C67C8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B7CD7-E502-7E01-4BE5-E35C67268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575460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2124-398A-1694-969E-E8DEA085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459A3-0DCC-7E5B-D872-5D1360DA7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BE0F3-E9DC-0E66-0625-462FF49FE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97CE3-58CE-13F8-183A-F3FB45708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598370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6FC7-0BC1-9555-793F-E5582C3E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C5A26-7B30-30B6-63CD-71E11A71E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49FE6-877A-7DC9-A399-07A00923C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1A18C-1ADC-2AE0-3D44-ACA811F1E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182007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01DB-4796-5684-C488-D09CC5A7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8E8E7-E768-9FBE-2F0D-BDD3D32E7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0DDB9-4C76-F5B6-0725-658C5DCAD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98615-B981-D8E5-8688-64DB7B60A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956035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5F54-212F-8CB8-5038-CB0F141D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6CF9C-49A5-7D2A-9D36-3C8DD9283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092D7-1F32-45AD-E8A8-C955D084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3E7A9-99FA-68BA-706B-07135A466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11628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0BDC-7303-17FF-7570-BE866B06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2D093-61E3-7B87-F467-34D76EF7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14A7C-2E55-D8AB-DFA3-F6F9E950C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6CC7-3C88-6C84-68D7-0E6C8651E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894687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B72F-46C1-955A-79B5-8A236132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CEDE7-E5CE-6B7E-6B62-E2F0D33B2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F45C-F9E5-4ED5-B7E2-0AE36EA20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A9C5F-0D49-0A41-890E-CF352F3D0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827459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5C9E-0D2D-F7DE-9E78-3DC3653A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EAAC7-59F9-E451-E4CB-1F4DBE05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00DDC-F3E2-F23A-A3E1-D352D1C2B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DB293-3BE5-8C77-E583-B814C1F1B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39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31883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8875-998A-5B68-9EE8-27D973FB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4168B-DE47-FA0E-56C5-15D8F1F7E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FFF68-3B1B-72DC-2F70-9D10F2909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89E53-634A-A4BE-DBDB-B84406D2C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904557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0DAA-C6CD-13EB-5F73-9821F8BC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CC10F-D082-AECB-1010-71BAFB950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6C469-0BC6-1D46-2D5D-C1C7A8A8A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80777-E91C-E478-4C5A-6EAC4848C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525449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0124-10EE-5090-D4A0-0126C954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C8D28-84F9-56B6-4F70-354278FD0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050DE-BE98-3084-F0E7-B53A218FE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67AAF-4AF0-1C66-4129-C001EBD78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698189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7E18-2A60-9723-35E9-C44D912B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D292A-9B1E-68C2-D3F1-E2D9EC5AA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39572-B2F1-3929-B2EC-B9B97315C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FAAFB-9BBC-066A-7AB0-963FAB629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710877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04FA-C620-7F71-7A0C-13FB3EE7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A804D-1C90-69E2-7338-9BFCDC9B1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BADAC-B7B5-2600-2064-CF1CDBC1A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9A06C-1052-4C35-7430-AE695866D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413051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7D8A-B266-9B38-8CC8-41B2E26C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7C8D8-3BCE-9205-B477-DF14299CE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42BC3-089A-B005-DC81-731512D1E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FFF6D-D889-F191-2BCB-B5392EAFA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087637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F30D7-3B9A-F6D4-7908-D916F340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99117-9160-5658-60E4-B661B6E05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B73DC-6C1E-3832-D9D6-3606A6D9D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5224D-E782-3400-131C-726C0A924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734028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8793-5C00-2EB3-044A-298ACE95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E0265-5C9B-6D26-7959-378113913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50EFE-14EE-62D0-8486-1A4117E4C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3C557-1319-8030-2B83-EA051E7A3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211320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AB38-6C99-60A6-633B-D46D4749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76DA3-1EF1-9A97-A729-225DF1C79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61188-4FB9-1C53-247D-8C67D2CBB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19C47-DD9E-0340-3C3B-D70F1086B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696164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726E-7F8E-570B-4286-645C5606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C3D13-95FB-9857-AF4D-6130032E1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FFC38-9110-33A5-4480-EDA03EEB3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EAE97-713C-F3A5-1D94-2C98DFAD1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49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03353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9703-D51C-E8A2-DC96-3B745602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C6A6-43AF-7635-7562-D38C698B1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98012-B8A8-9217-ADBA-007184F8B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7521E-629D-5578-F979-291769883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136898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F071-3F19-EA31-B498-073187DE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D7B6A-086D-3D0E-AA2D-D962CA7EB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DC724-8126-E9CA-1F7B-A2DA6D431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A10F7-5ABA-9500-FC57-081A8BB26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833909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7502B-A2E4-C6E5-5E45-4E32BD20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4565E-DEE9-564E-504E-908DE5390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7ABC0-FED5-B08E-FDFF-FF9BE2108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B1242-CFCD-DE5E-0DA6-30A7C38A2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512696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A46A-E1FD-6699-0CA1-4170CCC1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C7FBC-8FA2-1093-F2CA-5EB90598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4F8E7-693A-1D4D-C543-7066337EA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0F45F-9553-645F-F922-484739D82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193849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9AF0-8241-5CF9-275C-F1C2A947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C6E0C-34E9-7BAF-FD89-C5B44A0B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1990B-7825-C9E7-361A-36193395C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2B11F-E2E0-D4FA-FB6E-17FC56C82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061682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C3FA-2191-2048-19E3-CDD7E911A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714C0-A27E-10FE-BF0B-625645A5F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F4A2D-C4D5-562C-40C6-744DAB3D2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0DF0C-74A1-A14C-F2FF-AFFF4EB7F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8264025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4473-2FD9-30A5-4CF0-1BE583A5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2261D-AACD-CC88-FDAA-9EF10C047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E0F2-FE7A-3045-B1BE-5444E863B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F27F3-461D-54E5-E102-F86F9C3DE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020858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4C04-0562-3541-49BE-EDA7ACE2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9BBBD-E7B0-400D-7033-68CDD2791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F5D98-1C91-B6D2-276F-80571E479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2E52F-07FD-90D7-E533-024D7EC6E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11287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7D79-E87A-2C57-905C-8C0C2017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08776-DCBD-6D8B-BF87-A9E12072E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8F61F-7B2A-3047-5918-35EBE509D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31731-9101-D5D2-D303-241107D3A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12598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135E2-12CC-20DF-6BF9-3E4E675A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1CEE4-A09C-AD15-9092-C97D5EEF2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0F133-2053-09A8-F11B-2789AB1FC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F673D-5C42-48AF-46C2-1145CC035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59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670484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CAB31-88B2-8901-FAFD-7791ACD8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8B44A-F952-4EAD-4EED-4AA3E65F2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62AF2-FA22-E1B6-FDC0-A4508BDE1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A5E82-84D9-F422-09B9-16CF7360C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298191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94B6-4208-FD32-7E01-E45ECA67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ED202-47AE-D41A-723D-ABC715958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1F4C3-3035-6E21-A0F5-E5C8334C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EF0E8-447E-710B-1C4F-0EC5C48E5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1451462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425A-8056-6C42-A5B4-F93263E5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CA712-8639-9556-0AE4-A33F48365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18A2D-A14E-8CC6-F944-5C52DC148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34729-D27E-9B3C-2B69-273C873A6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1200215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FCAA-8075-FA51-1F42-DFBB9D12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200F1-E97E-B9EE-39E2-55F86587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43687-5C06-1DDA-657C-7D6FFE36B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27189-5F3C-1CAE-08EA-E838D05AE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194092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41C7-5F13-60A4-8BC7-2356530E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32D34-CF8E-3A9E-C75D-4A77B0A5E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942DF-B158-85C9-1203-EAB79EABE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32253-0E18-E0AA-9724-8BB7F7AA5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26929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49C4-AA89-01C9-DD6C-90BDA7EE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05C70-3229-4787-D77F-C250ACA0E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1A4BF-8C90-029B-637F-5607E9F6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A3EC3-9956-2D47-09C6-82973654D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9386852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1A6F-8C70-35F6-7421-B9B7180A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7197C-2595-D7AA-7E59-7591666EA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9ABD9-8CB1-EFEF-8830-47F40CB2A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82FBD-30F7-D99A-2B4C-6EAC5EDC1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507831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0F4D-B57A-C655-68B6-A5D76123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115DD-1C6D-D8A1-08BE-5A3F70E36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A9D8C-560E-5346-BEE8-9C1DFFCA2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8B3E7-9BA8-09AC-8A19-B27081602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0274778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5D09-501A-ED74-CEDA-3598D9A0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D37F9-683B-E8AB-75DF-0C160AEEB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3948A2-E926-9179-4AC5-243EA0E41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6A69C-4789-94FC-7952-1D5B14FB4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5238170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373B-3380-73C8-C4ED-377C6082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DB27E-D728-71FF-26F8-DEAC50D69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95510-1F91-944F-83E3-35D95A67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9C81F-3410-A771-1A3A-01E4BD43D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69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173130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267B-B7B1-2E80-747F-FB41BFE6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F31FD-1997-30EA-C190-E1BAC3384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0FE64-9E3F-584A-3144-93F060DE7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3A1E-B4FB-321F-D9ED-E982D948E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285901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91DD-92A9-6829-4062-AA319FE4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472AE-BA2D-E78E-4161-9EDEB559A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9D68C-D34C-1DA6-6C28-F48D76F1B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75BB2-99C1-83BB-EB74-6B1E661CE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243403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9EFB-FB1A-5943-A7E1-8FB7AAE7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7959E-A53C-9C52-D621-0B7837251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A3CED-1DDE-3123-0708-9EE85069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89EFA-0607-C785-E34B-A8AB02F3C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0385660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873A-BDE7-E9B3-1F7E-1D8B0350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75E36-6336-53CD-AF36-A99E76274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D1401-E5A0-6261-EB8A-A465A4BAF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61CB2-1DDF-51DF-3329-B921D0308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214840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E5E81-16B4-E0A1-4ADF-28C58287B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A1564-C09F-5DC6-6BF4-E4EB0E56F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47904-23BD-4AD5-6262-AE185219E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3B579-CC9A-6AAE-C644-E09E5435D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6119309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F6B9-FCB0-B56E-30E9-35F16D85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BB37E-B576-D012-020F-0AD7873B4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DB1CE-18E9-3FB0-6839-E849ED39E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32447-33D9-EB2D-D1B7-72569C11E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210262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52BD3-0E20-81FF-6771-17B5F43C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A958B-9199-884B-7C15-B85BBE623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5576C-2DDD-D042-3614-945B5C1A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8E42F-570B-ECB9-F781-A4A5B1165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9309813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F723-8F92-6C47-3CCF-BEF797ED9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8E009-EF02-AF3E-FA10-F11A5E2D7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12B73-AD98-5700-3898-C81629A52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40691-9A09-B9AD-B0E3-6DD063A1D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4597453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FE95-CEFB-22CA-D34A-82675B17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EB233-AC9D-0234-0D6D-A4AAA330C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012A-8831-188F-7157-FEBD4A96D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6C5DA-8F16-30B6-20D2-AD6E45A99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5266842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33C2-9ADC-D3D0-2ECD-8E8BF3E1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5D914-44BC-D348-CA3E-E22E24A09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89635-4FC9-3266-5365-BEF027739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767F-4D27-86C6-41DE-404E74FB5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79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0868087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6F80-A4A9-8C5A-F5A4-4BA11C7C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9C763-4BD4-4320-3C82-3F0AEAD6D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7E029-2F2F-4C0A-8512-6A4D623CA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39814-4455-39C1-5341-9B268897A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3148135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08CF1-4E21-456B-C160-480C9A8F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E8E70-99D2-AEFB-A2B4-EE74F43B9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63826-2E2B-ACAA-8FCC-B30F4BBBC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61BB-CF75-8DFA-1A07-0826EBE70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028603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B25C-5DE4-FB20-E105-0996C566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47AD6-5C91-C287-E24B-CD6E43730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DFCDF-8DF0-7C94-CEB8-17307B622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C5C33-2AF0-B57A-F900-004030AD3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8253281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C60A-B076-F9A5-4BCF-32FF5343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C2C5E-4604-74A6-6ABA-3341CAF8B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A628F-424E-F1C6-EFAE-C588375C4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9E0F8-65FC-C6F7-74AB-2482B3E51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4244504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F951-B045-9738-EF83-AE62283C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CE447-31C0-C8FE-E86F-A1895D6F7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6AF26-B601-270D-D006-81D4DDA8C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130B5-4247-B53D-C3B2-9A1C49530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758050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B1F9-2F6A-48AC-BC11-A48205D9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268AA-234D-79CE-837D-929122217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24AFE-D66F-46D9-67FC-716EE105F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1AA2F-CE56-A8F4-A83A-212A9AE5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1107949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0C02-F3AF-E248-ADC3-29B44065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57815-C333-9725-D33D-FA63C129A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27DFC-6EC1-74C6-2928-1DECC615F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B447F-7BAF-10D5-20EC-FF65D999C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6576379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C98E-E84E-FDAF-B260-9EB13B20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AE49B-C560-B0DD-2481-968604AE0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7DBFC-3D27-BC53-C056-46F7890DA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12878-3C8B-C465-4985-1B908B15E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6376182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2497-DB73-4E71-363B-8BE0265A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CFBD1-D92F-7C69-57F0-9F7C1D2AD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B9B8C-7D18-E24D-852E-4E88BB5C5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C5D4F-14B2-2EB8-696B-31288E724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0364068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6153-CB61-2CD3-EE5C-B4B1F2018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7392E-4A9D-EC0F-3D87-FAFD41CEF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A709A-1D05-F3FA-3CAA-C67F1F468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33181-EF1A-C435-FB1E-D24EEA132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89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6063295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38868-85C8-BDF6-7960-C1B29CE9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3E0DD-E7EC-7955-8FDD-30A2C60C0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EEF14-586A-8AC3-5FA0-FEFFB7E20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9188B-112A-BAA0-F517-C96B14FBA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3261-557A-F540-B84B-105FB06BF89C}" type="slidenum">
              <a:rPr lang="en-JP"/>
              <a:t>90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64718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E601-DAC8-0D9E-2860-3C8A3D140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7EB0A-7C74-A166-2C59-E566EE491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E0417-A9C8-9869-8D86-EC997611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97E40-B063-FDBD-C078-8397EA82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3F68-9649-898B-57F8-58228EC4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8828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3F2B-AB03-B56D-FB57-8026782E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6D485-53F9-56B1-B037-90C36C4E5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8A79-76FE-205B-790E-55B485A3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D41F3-0FF8-E520-0261-66BF9466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7AE0A-35A7-DA56-E7B2-FA4FF91C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66089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40FD-A9C2-6D30-6EC6-3C5C73CC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CAB42-BD32-836B-217E-3D6158304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3685-CED3-BBCF-4ABE-764BFB14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97919-2688-D439-9103-E5588F45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88D7E-BE29-6BE8-30D1-FD17582F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8459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6EE4-7EB1-FC58-E14A-AA0A73EC8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3191A-500B-F200-A7F3-79C0D2981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D8B54-59E2-7F6B-1F28-6A02F7CF5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E137A-7648-D5A8-0312-B3CE260A4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DC946-DFA6-CEC1-29BF-0D5981FA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F4A1A-0D87-CFEF-9026-3A65758F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3163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2AE2-AF41-DE4E-93F6-2B072478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220AA-ADBA-19AD-800D-0646D4B7D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F22F5-FF5F-B089-91BC-FE778EC93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0A565-D260-00DB-5367-03933AA18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C882D-2010-5259-1363-0934B4C6D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13ECB5-8B9B-E489-E92C-180B5080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9E8C0-47DD-7D19-5D04-02182439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FAA73-AB8B-FBD6-C96C-B3FA1CE8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9890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1F58-6B7E-2590-B3E4-77983DF8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73BF8-703C-740A-0E64-818F5E82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2E4-A788-845A-8242-41E2FEB3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25FB5-D931-F7F1-3295-451368BF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013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723EC-14DA-389F-5493-6B54E2DB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1224F-AA54-9D25-410C-32E3A670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FFBF-C20F-91F8-4ED9-C24B5C7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0572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8B1F-8FC0-8036-47BD-04492FC6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8D30-82FB-0BD6-926C-14A695F82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B105A-1837-0668-0689-6637101EC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B120A-413C-7CAA-FCC1-D3F4070C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7A794-679B-D09F-00FC-58EB652C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62B21-4237-8B2B-2AA2-784F9728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0155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7BE3-B775-81B0-B776-8193BD9E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05359-18A5-8370-31E4-E718E8AFA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F8E9C-1F95-55BE-6A0C-3794CC7A2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A3021-69D4-2F64-82EE-4C468724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D7C2-47D4-30A5-A372-079CB3C9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C97BE-0487-DAE5-DA9E-43A65099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5475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34DD-B260-51B9-9BF7-2FEC593DA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449B-EC86-0D26-5B86-CBEF5C77E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DE089-226A-BA21-12AC-373E1116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7EA4-45BA-01DF-3DDD-23B91BA4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15A2-8F82-3BBF-0681-766831A3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9329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0303D-926F-8AA2-6145-ADECFADBE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D1B43-E161-D8F4-6C51-74C82DA2A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10FB-CE0E-2C16-5F6C-FF58AAC9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16DB-7A54-D13C-149A-182EA8D0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C038F-A422-CE52-70BC-55A9B21D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588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043A3-2239-4E94-59C9-6325BDF0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CCA14-26A0-CB1A-C9B2-A8B3E1801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CBE1D-E26C-14FF-F20C-D78601870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7F9CB-B605-E748-938B-22649E483282}" type="datetimeFigureOut">
              <a:t>2026/10/14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4B220-F501-6B75-0AA7-AB3EA090A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AC9E2-0E9F-053D-B5EA-8827D92E7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8E9C3-EC7E-0644-8D40-7D37A8022E2C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0246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5" Type="http://schemas.openxmlformats.org/officeDocument/2006/relationships/image" Target="../media/image100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9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0.png"/><Relationship Id="rId4" Type="http://schemas.openxmlformats.org/officeDocument/2006/relationships/image" Target="../media/image10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CAD8-3646-FED4-E7B0-EC91F678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A22163C-D905-5EB2-D917-AB9B4440ED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70719B-6E09-A296-C0F3-5B9B29436D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9F057F0-D246-F8BC-36C0-5CE7F1619545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2F64F7D-6207-7B71-F45F-0984F0350B62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20C578B-A6FF-7B6F-1D35-734F2FBC00A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9FC587C-2EC2-0592-2625-C6F13E1C1DD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D44D77A-73BB-0619-7DCA-9517668A6ED5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C56D387-2B7D-1B99-4EE4-60839C45E2C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787E342-F2A0-8F88-EB9A-901AA66D5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2965735"/>
                  </p:ext>
                </p:extLst>
              </p:nvPr>
            </p:nvGraphicFramePr>
            <p:xfrm>
              <a:off x="195649" y="593203"/>
              <a:ext cx="11800702" cy="57742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3544">
                      <a:extLst>
                        <a:ext uri="{9D8B030D-6E8A-4147-A177-3AD203B41FA5}">
                          <a16:colId xmlns:a16="http://schemas.microsoft.com/office/drawing/2014/main" val="421724179"/>
                        </a:ext>
                      </a:extLst>
                    </a:gridCol>
                    <a:gridCol w="3683650">
                      <a:extLst>
                        <a:ext uri="{9D8B030D-6E8A-4147-A177-3AD203B41FA5}">
                          <a16:colId xmlns:a16="http://schemas.microsoft.com/office/drawing/2014/main" val="2638151899"/>
                        </a:ext>
                      </a:extLst>
                    </a:gridCol>
                    <a:gridCol w="4693508">
                      <a:extLst>
                        <a:ext uri="{9D8B030D-6E8A-4147-A177-3AD203B41FA5}">
                          <a16:colId xmlns:a16="http://schemas.microsoft.com/office/drawing/2014/main" val="2242150472"/>
                        </a:ext>
                      </a:extLst>
                    </a:gridCol>
                  </a:tblGrid>
                  <a:tr h="4022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endParaRPr lang="en-JP" sz="15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Liberation Sans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Con2020 </a:t>
                          </a:r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(Connerney+ 2020)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JP" sz="1500" b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FASTER </a:t>
                          </a:r>
                          <a:r>
                            <a:rPr lang="en-JP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(tantative values)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7086849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oMath>
                          </a14:m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 azimuthal current constant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139.6 [nT]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421306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JP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 azimuthal current constant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52.0 [A m</a:t>
                          </a:r>
                          <a:r>
                            <a:rPr lang="en-JP" sz="1500" baseline="3000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-1</a:t>
                          </a:r>
                          <a:r>
                            <a:rPr lang="en-JP" sz="1500" baseline="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302830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JP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 radial current constant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16.7 [MA]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16.7 [MA]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8116695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cs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3.6 [R</a:t>
                          </a:r>
                          <a:r>
                            <a:rPr lang="en-JP" sz="1500" baseline="-250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2.5 [R</a:t>
                          </a:r>
                          <a:r>
                            <a:rPr lang="en-JP" sz="150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9701088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 tilt angle of current</a:t>
                          </a:r>
                          <a:r>
                            <a:rPr lang="en-US" sz="1500" b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sheet normal</a:t>
                          </a:r>
                          <a:endParaRPr lang="en-US" sz="1500" b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Liberation Sans" panose="020B0604020202020204" pitchFamily="34" charset="0"/>
                          </a:endParaRPr>
                        </a:p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 azimuthal angle of the tilt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en-US" sz="1500" b="0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= 9.3 [deg]</a:t>
                          </a:r>
                          <a:b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en-US" sz="1500" b="0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= 155.8 [deg] (right</a:t>
                          </a:r>
                          <a:r>
                            <a:rPr lang="en-US" sz="1500" b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handed</a:t>
                          </a:r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)</a:t>
                          </a:r>
                          <a:endParaRPr lang="en-JP" sz="15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Liberation Sans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← Same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0724411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</a:t>
                          </a:r>
                          <a:r>
                            <a:rPr lang="en-US" sz="1500" b="0" i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inner edge distance</a:t>
                          </a:r>
                          <a:br>
                            <a:rPr lang="en-US" sz="1500" b="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JP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: outer edge distance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0" i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= 7.8 [R</a:t>
                          </a:r>
                          <a:r>
                            <a:rPr lang="en-US" sz="1500" b="0" i="0" baseline="-250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US" sz="1500" b="0" i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  <a:br>
                            <a:rPr lang="en-US" sz="1500" b="0" i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500" b="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JP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= 51.4 [R</a:t>
                          </a:r>
                          <a:r>
                            <a:rPr lang="en-JP" sz="1500" b="0" baseline="-250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 b="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  <a:endParaRPr lang="en-JP" sz="1500" baseline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Liberation Sans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4022776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0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500" b="0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0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500" b="0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0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500" b="0" i="1" baseline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500" b="0" i="1" baseline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1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500" b="0" i="1" baseline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1500" b="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</a:t>
                          </a:r>
                          <a:r>
                            <a:rPr lang="en-US" sz="1500" b="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shape parameters</a:t>
                          </a:r>
                          <a:br>
                            <a:rPr lang="en-US" sz="1500" b="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0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500" b="0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0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500" b="0" i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0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500" b="0" i="1" baseline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500" b="0" i="1" baseline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1" baseline="-250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500" b="0" i="1" baseline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1500" b="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 </a:t>
                          </a:r>
                          <a:r>
                            <a:rPr lang="en-US" sz="1500" b="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kernel weight</a:t>
                          </a:r>
                          <a:endParaRPr lang="en-JP" sz="1500" b="1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Liberation Sans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500" b="0" i="1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1" baseline="-2500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1" baseline="-2500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500" b="0" i="1" baseline="-2500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 = (5.0, 14.0, 46.0) [R</a:t>
                          </a:r>
                          <a:r>
                            <a:rPr lang="en-US" sz="1500" b="0" i="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  <a:p>
                          <a:pPr>
                            <a:lnSpc>
                              <a:spcPct val="103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500" b="0" i="1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1" baseline="-2500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1" baseline="-2500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500" b="0" i="1" baseline="-2500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500" b="0" i="1" baseline="0">
                                  <a:solidFill>
                                    <a:srgbClr val="0059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 = (-0.06, 1.39, -0.90)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6330394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:r>
                            <a:rPr lang="en-JP" sz="1500" b="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Fitting distance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~8–30 [R</a:t>
                          </a:r>
                          <a:r>
                            <a:rPr lang="en-JP" sz="1500" baseline="-250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  <a:b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</a:b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(the inner edge difined as |B| &lt; 2000 nT)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ρ &gt; 5 [R</a:t>
                          </a:r>
                          <a:r>
                            <a:rPr lang="en-US" sz="1500" b="0" i="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 &amp;  r &lt; 30 [R</a:t>
                          </a:r>
                          <a:r>
                            <a:rPr lang="en-US" sz="1500" b="0" i="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6227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787E342-F2A0-8F88-EB9A-901AA66D5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2965735"/>
                  </p:ext>
                </p:extLst>
              </p:nvPr>
            </p:nvGraphicFramePr>
            <p:xfrm>
              <a:off x="195649" y="593203"/>
              <a:ext cx="11800702" cy="57742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3544">
                      <a:extLst>
                        <a:ext uri="{9D8B030D-6E8A-4147-A177-3AD203B41FA5}">
                          <a16:colId xmlns:a16="http://schemas.microsoft.com/office/drawing/2014/main" val="421724179"/>
                        </a:ext>
                      </a:extLst>
                    </a:gridCol>
                    <a:gridCol w="3683650">
                      <a:extLst>
                        <a:ext uri="{9D8B030D-6E8A-4147-A177-3AD203B41FA5}">
                          <a16:colId xmlns:a16="http://schemas.microsoft.com/office/drawing/2014/main" val="2638151899"/>
                        </a:ext>
                      </a:extLst>
                    </a:gridCol>
                    <a:gridCol w="4693508">
                      <a:extLst>
                        <a:ext uri="{9D8B030D-6E8A-4147-A177-3AD203B41FA5}">
                          <a16:colId xmlns:a16="http://schemas.microsoft.com/office/drawing/2014/main" val="2242150472"/>
                        </a:ext>
                      </a:extLst>
                    </a:gridCol>
                  </a:tblGrid>
                  <a:tr h="4022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endParaRPr lang="en-JP" sz="15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Liberation Sans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Con2020 </a:t>
                          </a:r>
                          <a:r>
                            <a:rPr lang="en-US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(Connerney+ 2020)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JP" sz="1500" b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FASTER </a:t>
                          </a:r>
                          <a:r>
                            <a:rPr lang="en-JP" sz="1500" b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(tantative values)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7086849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79070" r="-244815" b="-888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139.6 [nT]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421306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5000" r="-244815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52.0 [A m</a:t>
                          </a:r>
                          <a:r>
                            <a:rPr lang="en-JP" sz="1500" baseline="3000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-1</a:t>
                          </a:r>
                          <a:r>
                            <a:rPr lang="en-JP" sz="1500" baseline="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302830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75000" r="-244815" b="-6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16.7 [MA]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0">
                              <a:solidFill>
                                <a:srgbClr val="FF4C00"/>
                              </a:solidFill>
                              <a:latin typeface="Liberation Sans" panose="020B0604020202020204" pitchFamily="34" charset="0"/>
                            </a:rPr>
                            <a:t>16.7 [MA]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8116695"/>
                      </a:ext>
                    </a:extLst>
                  </a:tr>
                  <a:tr h="55196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83721" r="-244815" b="-583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3.6 [R</a:t>
                          </a:r>
                          <a:r>
                            <a:rPr lang="en-JP" sz="1500" baseline="-250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 baseline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2.5 [R</a:t>
                          </a:r>
                          <a:r>
                            <a:rPr lang="en-JP" sz="150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9701088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30159" r="-244815" b="-2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3103" t="-330159" r="-127931" b="-2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← Same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0724411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37097" r="-244815" b="-2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3103" t="-437097" r="-127931" b="-2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4022776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28571" r="-24481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- -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JP"/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1351" t="-528571" r="-27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6330394"/>
                      </a:ext>
                    </a:extLst>
                  </a:tr>
                  <a:tr h="7910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3000"/>
                            </a:lnSpc>
                          </a:pPr>
                          <a:r>
                            <a:rPr lang="en-JP" sz="1500" b="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Fitting distance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~8–30 [R</a:t>
                          </a:r>
                          <a:r>
                            <a:rPr lang="en-JP" sz="1500" baseline="-250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  <a:b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</a:br>
                          <a:r>
                            <a:rPr lang="en-JP" sz="15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Liberation Sans" panose="020B0604020202020204" pitchFamily="34" charset="0"/>
                            </a:rPr>
                            <a:t>(the inner edge difined as |B| &lt; 2000 nT)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3000"/>
                            </a:lnSpc>
                          </a:pP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ρ &gt; 5 [R</a:t>
                          </a:r>
                          <a:r>
                            <a:rPr lang="en-US" sz="1500" b="0" i="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 &amp;  r &lt; 30 [R</a:t>
                          </a:r>
                          <a:r>
                            <a:rPr lang="en-US" sz="1500" b="0" i="0" baseline="-2500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J</a:t>
                          </a:r>
                          <a:r>
                            <a:rPr lang="en-US" sz="1500" b="0" i="0" baseline="0">
                              <a:solidFill>
                                <a:srgbClr val="0059FF"/>
                              </a:solidFill>
                              <a:latin typeface="Liberation Sans" panose="020B0604020202020204" pitchFamily="34" charset="0"/>
                            </a:rPr>
                            <a:t>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75D5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6227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914F3D-1131-1C85-F8AF-259633955D62}"/>
                  </a:ext>
                </a:extLst>
              </p:cNvPr>
              <p:cNvSpPr txBox="1"/>
              <p:nvPr/>
            </p:nvSpPr>
            <p:spPr>
              <a:xfrm>
                <a:off x="9019918" y="1608106"/>
                <a:ext cx="2976433" cy="431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00" b="0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sz="11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1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1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US" sz="1100" b="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100" b="0" i="0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1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100" b="0" i="1">
                              <a:latin typeface="Cambria Math" panose="02040503050406030204" pitchFamily="18" charset="0"/>
                            </a:rPr>
                            <m:t>=1,2,3,4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1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1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1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1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1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1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11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100" b="0" i="1">
                                      <a:latin typeface="Cambria Math" panose="02040503050406030204" pitchFamily="18" charset="0"/>
                                    </a:rPr>
                                    <m:t>3/2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1100" b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914F3D-1131-1C85-F8AF-25963395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18" y="1608106"/>
                <a:ext cx="2976433" cy="431978"/>
              </a:xfrm>
              <a:prstGeom prst="rect">
                <a:avLst/>
              </a:prstGeom>
              <a:blipFill>
                <a:blip r:embed="rId4"/>
                <a:stretch>
                  <a:fillRect t="-137143" b="-188571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5EC2AB-E1AC-8D65-2D0D-DD2EB00A2F97}"/>
              </a:ext>
            </a:extLst>
          </p:cNvPr>
          <p:cNvSpPr txBox="1"/>
          <p:nvPr/>
        </p:nvSpPr>
        <p:spPr>
          <a:xfrm>
            <a:off x="9886249" y="578665"/>
            <a:ext cx="211010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altLang="ja-JP" sz="1200" b="1" dirty="0">
                <a:solidFill>
                  <a:srgbClr val="0059FF"/>
                </a:solidFill>
                <a:effectLst>
                  <a:glow rad="63500">
                    <a:schemeClr val="bg1"/>
                  </a:glow>
                </a:effectLst>
                <a:latin typeface="Liberation Sans Narrow" panose="020B0606020202030204" pitchFamily="34" charset="0"/>
                <a:ea typeface="IBM Plex Sans JP Medium" panose="020B0503050203000203" pitchFamily="34" charset="-128"/>
                <a:cs typeface="Myriad Arabic" pitchFamily="2" charset="-78"/>
              </a:rPr>
              <a:t>Blue: Fixed value</a:t>
            </a:r>
            <a:br>
              <a:rPr lang="en-US" altLang="ja-JP" sz="1200" b="1" dirty="0">
                <a:effectLst>
                  <a:glow rad="63500">
                    <a:schemeClr val="bg1"/>
                  </a:glow>
                </a:effectLst>
                <a:latin typeface="Liberation Sans Narrow" panose="020B0606020202030204" pitchFamily="34" charset="0"/>
                <a:ea typeface="IBM Plex Sans JP Medium" panose="020B0503050203000203" pitchFamily="34" charset="-128"/>
                <a:cs typeface="Myriad Arabic" pitchFamily="2" charset="-78"/>
              </a:rPr>
            </a:br>
            <a:r>
              <a:rPr lang="en-US" altLang="ja-JP" sz="1200" b="1" dirty="0">
                <a:solidFill>
                  <a:srgbClr val="FF4B00"/>
                </a:solidFill>
                <a:effectLst>
                  <a:glow rad="63500">
                    <a:schemeClr val="bg1"/>
                  </a:glow>
                </a:effectLst>
                <a:latin typeface="Liberation Sans Narrow" panose="020B0606020202030204" pitchFamily="34" charset="0"/>
                <a:ea typeface="IBM Plex Sans JP Medium" panose="020B0503050203000203" pitchFamily="34" charset="-128"/>
                <a:cs typeface="Myriad Arabic" pitchFamily="2" charset="-78"/>
              </a:rPr>
              <a:t>Red: Determined for each PJ data</a:t>
            </a:r>
            <a:endParaRPr lang="en-US" altLang="ja-JP" sz="1200" b="1" baseline="-25000" dirty="0">
              <a:solidFill>
                <a:srgbClr val="FF4B00"/>
              </a:solidFill>
              <a:effectLst>
                <a:glow rad="63500">
                  <a:schemeClr val="bg1"/>
                </a:glow>
              </a:effectLst>
              <a:latin typeface="Liberation Sans Narrow" panose="020B0606020202030204" pitchFamily="34" charset="0"/>
              <a:ea typeface="IBM Plex Sans JP Medium" panose="020B0503050203000203" pitchFamily="34" charset="-128"/>
              <a:cs typeface="Myriad Arabic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3152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53E33-5820-3086-EE6C-67C2CCDC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0A3F2C8-0FCF-4639-41B9-2CC406C54A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5596A2-6B6B-B405-9C23-A0F0B5F94D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2BB7E48-F3F1-F7B1-EB4E-4EB02E3DF867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E927B9-3C36-250A-0325-AF984C1F6F4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3B00C60-BD26-58EC-479A-84F9017FECFF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F0CB604-9479-E6E7-3136-CA0C0FD33C8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6F501DD-903D-98D8-8193-DFC0F60B603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8F4C849-05B2-E659-0866-3B81C7A5D0B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A5EB15-D452-43E0-ED7E-7B2DD172EB39}"/>
              </a:ext>
            </a:extLst>
          </p:cNvPr>
          <p:cNvSpPr/>
          <p:nvPr/>
        </p:nvSpPr>
        <p:spPr>
          <a:xfrm>
            <a:off x="1645068" y="698664"/>
            <a:ext cx="8901863" cy="597643"/>
          </a:xfrm>
          <a:prstGeom prst="roundRect">
            <a:avLst>
              <a:gd name="adj" fmla="val 4668"/>
            </a:avLst>
          </a:prstGeom>
          <a:solidFill>
            <a:srgbClr val="FFD399">
              <a:alpha val="13000"/>
            </a:srgbClr>
          </a:solidFill>
          <a:ln w="6350">
            <a:solidFill>
              <a:srgbClr val="FF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endParaRPr lang="en-JP" sz="1600" b="1">
              <a:solidFill>
                <a:srgbClr val="1D2842"/>
              </a:solidFill>
              <a:latin typeface="Myriad Set Pro Semibold" panose="020B0503030403020204" pitchFamily="34" charset="0"/>
              <a:cs typeface="SF Mono" panose="020B0009000002000000" pitchFamily="49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10F8C827-4E6B-B913-5994-95F3BF47F32A}"/>
              </a:ext>
            </a:extLst>
          </p:cNvPr>
          <p:cNvSpPr/>
          <p:nvPr/>
        </p:nvSpPr>
        <p:spPr>
          <a:xfrm rot="10800000">
            <a:off x="5956390" y="1514608"/>
            <a:ext cx="279221" cy="107919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666EE9-1EAA-98A6-FA80-CEA00B114A0A}"/>
                  </a:ext>
                </a:extLst>
              </p:cNvPr>
              <p:cNvSpPr txBox="1"/>
              <p:nvPr/>
            </p:nvSpPr>
            <p:spPr>
              <a:xfrm>
                <a:off x="6903763" y="774512"/>
                <a:ext cx="3359003" cy="446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4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666EE9-1EAA-98A6-FA80-CEA00B114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63" y="774512"/>
                <a:ext cx="3359003" cy="446532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B562F1E-0452-6368-2631-D188B4667167}"/>
              </a:ext>
            </a:extLst>
          </p:cNvPr>
          <p:cNvSpPr/>
          <p:nvPr/>
        </p:nvSpPr>
        <p:spPr>
          <a:xfrm>
            <a:off x="1645068" y="1743907"/>
            <a:ext cx="8901864" cy="4601475"/>
          </a:xfrm>
          <a:prstGeom prst="roundRect">
            <a:avLst>
              <a:gd name="adj" fmla="val 2191"/>
            </a:avLst>
          </a:prstGeom>
          <a:solidFill>
            <a:srgbClr val="FFD399">
              <a:alpha val="35000"/>
            </a:srgbClr>
          </a:solidFill>
          <a:ln w="6350">
            <a:solidFill>
              <a:srgbClr val="FF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endParaRPr lang="en-JP" sz="1600" b="1">
              <a:solidFill>
                <a:srgbClr val="1D2842"/>
              </a:solidFill>
              <a:latin typeface="Myriad Set Pro Semibold" panose="020B0503030403020204" pitchFamily="34" charset="0"/>
              <a:cs typeface="SF Mono" panose="020B0009000002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160413-CB5A-F99D-1169-8BFB04B789B6}"/>
              </a:ext>
            </a:extLst>
          </p:cNvPr>
          <p:cNvSpPr txBox="1"/>
          <p:nvPr/>
        </p:nvSpPr>
        <p:spPr>
          <a:xfrm>
            <a:off x="9513320" y="2058426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≦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F71B39-0AA5-AB52-8F91-304C23E73EFC}"/>
              </a:ext>
            </a:extLst>
          </p:cNvPr>
          <p:cNvSpPr txBox="1"/>
          <p:nvPr/>
        </p:nvSpPr>
        <p:spPr>
          <a:xfrm>
            <a:off x="9513320" y="2857034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&gt; D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2B8EBC42-430B-D4DC-DEE2-C6CCC404E0AF}"/>
              </a:ext>
            </a:extLst>
          </p:cNvPr>
          <p:cNvSpPr/>
          <p:nvPr/>
        </p:nvSpPr>
        <p:spPr>
          <a:xfrm>
            <a:off x="3307937" y="1847833"/>
            <a:ext cx="195384" cy="1403660"/>
          </a:xfrm>
          <a:prstGeom prst="leftBrace">
            <a:avLst>
              <a:gd name="adj1" fmla="val 54860"/>
              <a:gd name="adj2" fmla="val 1876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3CC1B68E-1FA0-4430-5C86-53A2F269BA1B}"/>
              </a:ext>
            </a:extLst>
          </p:cNvPr>
          <p:cNvSpPr/>
          <p:nvPr/>
        </p:nvSpPr>
        <p:spPr>
          <a:xfrm>
            <a:off x="3330308" y="3709270"/>
            <a:ext cx="195384" cy="1403660"/>
          </a:xfrm>
          <a:prstGeom prst="leftBrace">
            <a:avLst>
              <a:gd name="adj1" fmla="val 54860"/>
              <a:gd name="adj2" fmla="val 1876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8AB6F6-9923-FA59-0B4C-088EA675E14E}"/>
              </a:ext>
            </a:extLst>
          </p:cNvPr>
          <p:cNvSpPr txBox="1"/>
          <p:nvPr/>
        </p:nvSpPr>
        <p:spPr>
          <a:xfrm>
            <a:off x="9513320" y="3998406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≦ 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A09687-F112-054D-1C67-983D2770893D}"/>
              </a:ext>
            </a:extLst>
          </p:cNvPr>
          <p:cNvSpPr txBox="1"/>
          <p:nvPr/>
        </p:nvSpPr>
        <p:spPr>
          <a:xfrm>
            <a:off x="9513320" y="4797014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&gt;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A1B0F5-D5AB-FCE6-2DAF-6A277E55FD96}"/>
                  </a:ext>
                </a:extLst>
              </p:cNvPr>
              <p:cNvSpPr txBox="1"/>
              <p:nvPr/>
            </p:nvSpPr>
            <p:spPr>
              <a:xfrm>
                <a:off x="3553747" y="1906800"/>
                <a:ext cx="6133034" cy="513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A1B0F5-D5AB-FCE6-2DAF-6A277E55F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747" y="1906800"/>
                <a:ext cx="6133034" cy="513410"/>
              </a:xfrm>
              <a:prstGeom prst="rect">
                <a:avLst/>
              </a:prstGeom>
              <a:blipFill>
                <a:blip r:embed="rId4"/>
                <a:stretch>
                  <a:fillRect l="-826" t="-136585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7E8D3-5CEA-7E57-15BA-8049C56B8597}"/>
                  </a:ext>
                </a:extLst>
              </p:cNvPr>
              <p:cNvSpPr txBox="1"/>
              <p:nvPr/>
            </p:nvSpPr>
            <p:spPr>
              <a:xfrm>
                <a:off x="3554017" y="2693806"/>
                <a:ext cx="5440656" cy="513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300" b="0" i="1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7E8D3-5CEA-7E57-15BA-8049C56B8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017" y="2693806"/>
                <a:ext cx="5440656" cy="513410"/>
              </a:xfrm>
              <a:prstGeom prst="rect">
                <a:avLst/>
              </a:prstGeom>
              <a:blipFill>
                <a:blip r:embed="rId5"/>
                <a:stretch>
                  <a:fillRect l="-930" t="-136585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3489DB-E997-63A7-F901-40505BE39A53}"/>
                  </a:ext>
                </a:extLst>
              </p:cNvPr>
              <p:cNvSpPr txBox="1"/>
              <p:nvPr/>
            </p:nvSpPr>
            <p:spPr>
              <a:xfrm>
                <a:off x="1931593" y="1985968"/>
                <a:ext cx="1320874" cy="23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disk</m:t>
                          </m:r>
                        </m:sup>
                      </m:sSubSup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3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3489DB-E997-63A7-F901-40505BE39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93" y="1985968"/>
                <a:ext cx="1320874" cy="231410"/>
              </a:xfrm>
              <a:prstGeom prst="rect">
                <a:avLst/>
              </a:prstGeom>
              <a:blipFill>
                <a:blip r:embed="rId6"/>
                <a:stretch>
                  <a:fillRect l="-2857" t="-5263" b="-15789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EB2E1D-C649-548B-5559-4C21533E8B6E}"/>
                  </a:ext>
                </a:extLst>
              </p:cNvPr>
              <p:cNvSpPr txBox="1"/>
              <p:nvPr/>
            </p:nvSpPr>
            <p:spPr>
              <a:xfrm>
                <a:off x="3554791" y="3734128"/>
                <a:ext cx="5636158" cy="513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EB2E1D-C649-548B-5559-4C21533E8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791" y="3734128"/>
                <a:ext cx="5636158" cy="513410"/>
              </a:xfrm>
              <a:prstGeom prst="rect">
                <a:avLst/>
              </a:prstGeom>
              <a:blipFill>
                <a:blip r:embed="rId7"/>
                <a:stretch>
                  <a:fillRect l="-899" t="-139024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E54ABB-0322-8D6F-1A23-E51007E97D02}"/>
                  </a:ext>
                </a:extLst>
              </p:cNvPr>
              <p:cNvSpPr txBox="1"/>
              <p:nvPr/>
            </p:nvSpPr>
            <p:spPr>
              <a:xfrm>
                <a:off x="3553747" y="4499051"/>
                <a:ext cx="5029518" cy="513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1300" b="0" i="1" baseline="-2500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E54ABB-0322-8D6F-1A23-E51007E97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747" y="4499051"/>
                <a:ext cx="5029518" cy="513410"/>
              </a:xfrm>
              <a:prstGeom prst="rect">
                <a:avLst/>
              </a:prstGeom>
              <a:blipFill>
                <a:blip r:embed="rId8"/>
                <a:stretch>
                  <a:fillRect l="-1008" t="-136585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99C4C7-17AD-BA5F-0DD9-C73B91E3285C}"/>
                  </a:ext>
                </a:extLst>
              </p:cNvPr>
              <p:cNvSpPr txBox="1"/>
              <p:nvPr/>
            </p:nvSpPr>
            <p:spPr>
              <a:xfrm>
                <a:off x="1931593" y="3854828"/>
                <a:ext cx="1320874" cy="208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disk</m:t>
                          </m:r>
                        </m:sup>
                      </m:sSubSup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3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99C4C7-17AD-BA5F-0DD9-C73B91E32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93" y="3854828"/>
                <a:ext cx="1320874" cy="208968"/>
              </a:xfrm>
              <a:prstGeom prst="rect">
                <a:avLst/>
              </a:prstGeom>
              <a:blipFill>
                <a:blip r:embed="rId9"/>
                <a:stretch>
                  <a:fillRect l="-2857" t="-5556" b="-2222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2D23EB-4840-B438-D45C-76578D32E1AF}"/>
                  </a:ext>
                </a:extLst>
              </p:cNvPr>
              <p:cNvSpPr txBox="1"/>
              <p:nvPr/>
            </p:nvSpPr>
            <p:spPr>
              <a:xfrm>
                <a:off x="1931593" y="5360146"/>
                <a:ext cx="1398715" cy="231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disk</m:t>
                          </m:r>
                        </m:sup>
                      </m:sSubSup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3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3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2D23EB-4840-B438-D45C-76578D32E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93" y="5360146"/>
                <a:ext cx="1398715" cy="231410"/>
              </a:xfrm>
              <a:prstGeom prst="rect">
                <a:avLst/>
              </a:prstGeom>
              <a:blipFill>
                <a:blip r:embed="rId10"/>
                <a:stretch>
                  <a:fillRect l="-4505" b="-15000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AD1CC4-E1D8-E965-EADA-9D847BCBB3C5}"/>
                  </a:ext>
                </a:extLst>
              </p:cNvPr>
              <p:cNvSpPr txBox="1"/>
              <p:nvPr/>
            </p:nvSpPr>
            <p:spPr>
              <a:xfrm>
                <a:off x="3608613" y="5284456"/>
                <a:ext cx="1200192" cy="437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𝜋𝜌</m:t>
                          </m:r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13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AD1CC4-E1D8-E965-EADA-9D847BCBB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13" y="5284456"/>
                <a:ext cx="1200192" cy="437940"/>
              </a:xfrm>
              <a:prstGeom prst="rect">
                <a:avLst/>
              </a:prstGeom>
              <a:blipFill>
                <a:blip r:embed="rId11"/>
                <a:stretch>
                  <a:fillRect l="-3158" b="-11429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085AB4-AB3B-1E14-966A-E927F1B48A0C}"/>
                  </a:ext>
                </a:extLst>
              </p:cNvPr>
              <p:cNvSpPr txBox="1"/>
              <p:nvPr/>
            </p:nvSpPr>
            <p:spPr>
              <a:xfrm>
                <a:off x="3598559" y="5795769"/>
                <a:ext cx="1649182" cy="437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300" b="0" i="1">
                          <a:latin typeface="Cambria Math" panose="02040503050406030204" pitchFamily="18" charset="0"/>
                        </a:rPr>
                        <m:t>sgn</m:t>
                      </m:r>
                      <m:r>
                        <a:rPr lang="en-US" sz="13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b="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300" b="0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sub>
                          </m:sSub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𝜋𝜌</m:t>
                          </m:r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3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085AB4-AB3B-1E14-966A-E927F1B48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59" y="5795769"/>
                <a:ext cx="1649182" cy="437940"/>
              </a:xfrm>
              <a:prstGeom prst="rect">
                <a:avLst/>
              </a:prstGeom>
              <a:blipFill>
                <a:blip r:embed="rId12"/>
                <a:stretch>
                  <a:fillRect l="-1527" b="-833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97EEAC1B-3791-8739-BF62-991B2E2C9AA2}"/>
              </a:ext>
            </a:extLst>
          </p:cNvPr>
          <p:cNvSpPr/>
          <p:nvPr/>
        </p:nvSpPr>
        <p:spPr>
          <a:xfrm>
            <a:off x="3330309" y="5262585"/>
            <a:ext cx="195384" cy="995867"/>
          </a:xfrm>
          <a:prstGeom prst="leftBrace">
            <a:avLst>
              <a:gd name="adj1" fmla="val 54860"/>
              <a:gd name="adj2" fmla="val 22338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E1453-0D6B-49B8-D7BF-00B66BA6DB97}"/>
              </a:ext>
            </a:extLst>
          </p:cNvPr>
          <p:cNvSpPr txBox="1"/>
          <p:nvPr/>
        </p:nvSpPr>
        <p:spPr>
          <a:xfrm>
            <a:off x="5090659" y="5422057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≦ 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1105C2-4F99-25E0-A035-3929BCF32C24}"/>
              </a:ext>
            </a:extLst>
          </p:cNvPr>
          <p:cNvSpPr txBox="1"/>
          <p:nvPr/>
        </p:nvSpPr>
        <p:spPr>
          <a:xfrm>
            <a:off x="5090659" y="5860250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&gt; 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F8981-4A0C-2BD1-1370-70BEE51F918E}"/>
              </a:ext>
            </a:extLst>
          </p:cNvPr>
          <p:cNvSpPr txBox="1"/>
          <p:nvPr/>
        </p:nvSpPr>
        <p:spPr>
          <a:xfrm>
            <a:off x="7481987" y="5759694"/>
            <a:ext cx="2593978" cy="498758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600" b="1" dirty="0"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The true analytic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BEBC9F-4DBB-0FD5-51B8-FD64767C3EEA}"/>
                  </a:ext>
                </a:extLst>
              </p:cNvPr>
              <p:cNvSpPr txBox="1"/>
              <p:nvPr/>
            </p:nvSpPr>
            <p:spPr>
              <a:xfrm>
                <a:off x="2042556" y="743433"/>
                <a:ext cx="3437513" cy="5498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 baseline="-2500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US" sz="1400" b="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3/2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1400" b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BEBC9F-4DBB-0FD5-51B8-FD64767C3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556" y="743433"/>
                <a:ext cx="3437513" cy="549831"/>
              </a:xfrm>
              <a:prstGeom prst="rect">
                <a:avLst/>
              </a:prstGeom>
              <a:blipFill>
                <a:blip r:embed="rId13"/>
                <a:stretch>
                  <a:fillRect t="-138636" b="-19318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83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3D69-6F21-23B8-A7B9-D1014597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FB8914-F80A-6E31-423B-E2F14BE0E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211" y="647999"/>
            <a:ext cx="3147461" cy="2828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D30335-4446-877F-EE1C-88A1D5516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579" y="647999"/>
            <a:ext cx="3140292" cy="28284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18BF61-8086-2BC0-6EE5-B5909BA04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672" y="3564172"/>
            <a:ext cx="3251421" cy="282841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3FA826D-63B3-7970-D2F0-DA1B3E32FB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2F417E-C139-23FC-4BB4-E92C82D25B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6F272AA-28BA-CFDA-F57B-02972E27465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A74BD29-30CB-A6E7-01B9-D921D51C7F8F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1BDF26A-BE12-930C-91F3-AC0EAC07F923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1DE73C0-09D5-700D-E596-64209F19E5C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8EA4486-3168-B4E8-7C6A-DFD6826FE2D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E4585FD-6570-1951-1C68-AE5A502D40A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F01FE8-BF5E-05D0-6621-E877A2829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2672" y="646485"/>
            <a:ext cx="3044047" cy="2776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FBAF7F-9DCF-2A16-1745-C93800E30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210" y="3564172"/>
            <a:ext cx="2997175" cy="27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9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A286F-7C39-CC23-7BBB-031A3707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16B061A-A35F-AB47-E9AC-8613B5DE9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713" y="1856728"/>
            <a:ext cx="3820502" cy="31304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2E7DF5-4981-0A2B-B96C-8A523382A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004" y="875585"/>
            <a:ext cx="4372557" cy="483821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094826-7FE1-E157-284B-B52FF90352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D0A753-DE57-6C8B-3D53-56E0F794D8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2D578F3-519A-E32D-63F5-FE2DE206CC35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02A4EAC-47ED-A15B-D818-0A8272A44274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574FF6F-E578-385A-8244-B7AA8064D44E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5DA1336-A7AB-39AE-794E-F159E283C2C7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E43D005-4414-F374-CA65-D13D8C6C99FD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A34E89F-F948-E4D5-3681-7B76A7F65EF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</p:spTree>
    <p:extLst>
      <p:ext uri="{BB962C8B-B14F-4D97-AF65-F5344CB8AC3E}">
        <p14:creationId xmlns:p14="http://schemas.microsoft.com/office/powerpoint/2010/main" val="266407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7FE4-FA7E-CCE1-684D-A4E033A30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0D5FF7C-7ABF-78D9-BAC5-DED2916DFB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2BED1-25EC-A0F3-D1E0-6A92FD7EC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00AC0DE-25BC-041E-E6E2-50E571425C62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04E9F0A-4B87-C6DA-5C43-26DB10B75159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BE1F076-1F9C-958F-1F6C-E4121061D28F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193EAF3-5199-03D5-8653-FAB12F394AF7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FBFC081-12A8-4B99-D034-A123FE25FCE8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D508C07-ABD2-2092-71D9-2AB0097C46C7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F5485-364E-9B53-8CB7-91E8FA68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5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EE11-D48A-B1E4-A399-F7618C8F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8097D71-C8DC-5471-93A9-B366C2C51B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FBA30-FA1C-9EB2-0417-59BA966B32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CB395DF-5ADD-6E3D-DD8A-613298D4DC60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8534B64-566E-4046-E96E-FC1715BAECB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202F528-D626-FB0C-93A8-4B9EA520C72E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53A3FF1-DEB8-0B36-D3C1-02ED1D38D3CA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C512EAF-D9A1-8116-938E-C76A7D8C1D4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F540323-EA0D-E7DE-952C-A15EC77AB483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09FC90-A816-5436-16F0-44F2FD027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3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A451-CEFC-1709-4B86-74D208F7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0CD7EE6-DEF7-60E3-501D-CF83BCA628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2623DD-AA4A-5920-BB17-2497FE5651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0306ABD-C3C3-F988-5267-7401B58FF791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9116CF8-F1A2-6DC5-1C33-5E14E34EAE39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1D8083A-6263-6479-2720-3ACA1F3A4332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498ADDA-A860-BD25-569C-23723BB8CABA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D7363C6-2635-9CD5-AFDA-B573C0722596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C7884B0-2D73-8D56-8321-92689AD528FF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8B77EE-A233-819A-C648-7ECED9B0A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799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4749-0EC8-22DD-E412-E0D34CCE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A02F32D-4A86-FAF7-53A3-9E445D78D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C4155E-74D6-0F4D-5A50-BBB6BAFD36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16BFF05-70C7-21FD-353E-70133C1EF02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2559C3E-3E25-660C-83B1-0FC857858ECF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8AB7468-E167-5E2A-F971-2C34E9B004FE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8919A9B-DC23-1B2B-1FF2-DFED163A7FC1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88A6FDF-F60A-5391-95E2-884714EA52F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AF8F9EC-0977-FF3A-A761-E6168CE398C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35AC2C-5733-8B89-5A37-C62D2957C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6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1188-B7D2-D35B-8552-9A14F9594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99217E6-7017-07BC-4E3C-E6CD27838E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A1DC72-9590-E42F-370D-9503F2E2E1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381A389-4622-263E-FE68-B091985E070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B1EFF7C-C617-FDB2-C55E-EAA5B8BC032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6D6B7A-F4EF-F714-EC69-5082834D629D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700B31E-0267-C27C-731C-97C5D598B3A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25011BE-3616-E0F4-E0B4-74124089D56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1E3215F-69E6-972B-0A3F-19E27AE47F2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CB417C-88F5-3D80-1CDD-F39AE604B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98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4564-1419-2DB9-5F3D-BBC60157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477E848-1433-977C-DACC-507D90AA23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ED7925-5186-A3C5-C9FF-B50E7DA0C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D754DD7-7A84-6F79-FEF4-6EA33EA4233B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D5C8E07-1A8F-83F1-FB6B-55D01EA55615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0C0FBCF-1DE6-28F7-3631-3EA418B2883F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E55DADB-DA04-7011-347B-39B0602BBEF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BD2CED7-22C8-ECE9-84E9-6ABB58C60D1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CEE9A0E-5562-A38E-8064-B72753EC510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EE9FBA-338B-1072-2B3F-FA1B0B772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3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1FB2-62A3-26BD-302B-91B93118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3F3EE2D-0646-6357-966F-61E1490C34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CE8DC5-117D-375C-4458-195CBC5E2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712B048-66EC-33AF-66CF-3AA6E611E14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49D35E6-05C0-3119-F621-281AAD0CAF2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973D0FC-51D6-D60A-6AB4-90B3F91199E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61C186D-F650-E1E6-4D0F-6A0EC62CE01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9AF5A1F-3C60-B402-7916-B14B180DF1A5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86F8792-7DD3-0BDC-D153-9B0A7F73EDD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FDA24F-CF97-3118-D9D9-A18E207F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3717-3141-67BA-F259-94FE0FCA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7088002-28F0-B192-425B-07F3503104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C5826D-8036-1D3B-3A86-3A89AE1FC4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1967CD3-4D7C-B3C3-F2E3-7A8630178C17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11DD043-BFC7-3B6F-A379-F99E8734F9A9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13064E8-28F6-F39D-9A47-D3ED13B23929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E66A0BA-6627-90B6-7D14-C6F0E1A3F97C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D145558-84BF-D17D-868B-56B977DDC09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0EADB39-7C8B-7167-898F-C01C6A3130E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E585AA-BCEB-D87E-641E-DE40D9D95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5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D12C-B5AD-432C-8DBC-D4F1087B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2ABE8AA-6BAA-1E32-8ADF-8612855B5C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26DF19-85AE-09BF-94F8-7AAE2FC7A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190C6EB-5C8E-47CA-BF59-604C0EDFB21D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E0227D6-60BC-C772-27D3-5AD48B8E852F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9FBFF4A-48E7-93AF-08F3-E41FC7911D0D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15EC2D8-D92C-FD1B-C092-FBA84BD2994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562E481-5A14-F9F6-694B-DBC5102C296C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73E0C66-B410-DD8D-391D-03ACB13230A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F62634-2D26-B0AD-9EF3-08480C97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34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4EE0-6BCD-C83F-8A16-46D8B26F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57CC43D-CA30-DFEB-BFE8-CF4BB5958D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5A8342-3613-B9DA-92DC-5C98D494EF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66A8320-665A-3638-B593-CF248F770A3F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1209E68-1A56-D9FF-0074-57997F1B1C95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42A2F2E-1DF7-397F-9915-97F1FEB7947B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F9624C2-3EC3-72BC-AD13-BF2DC336B82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B3023EC-8603-1C19-6727-1005AEE664F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6B2B714-D9D3-573B-AB93-EF56ECDD9659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0AA43-A646-48C0-6E19-D0BC10350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22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14F09-30E2-B110-DC39-8A851AA1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92DFC27-481B-C6E6-FC7E-BFBA3605B2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AB8C9-BB8C-FFE5-0409-2F61FEA79B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F405038-A94F-3534-8D6D-674F03B20F46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FB04D3-C62D-7E1E-37B2-A9BD5B7311FD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C88A004-15B3-8F9A-EB2E-36C5971C1682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8CFE68F-E96B-5C6A-3688-85EC3A7DF358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06CEA22-1055-33DA-640B-E9D0FE13C7C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2A5EDA0-0A7D-FE7D-C85F-D2B4968C2A04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8FD37C-9AB4-9E49-DC3C-AC757DF19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5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DEE5-4912-B84A-C71F-AAB03170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8F31720-AAD3-546F-6A4C-745F3EE3B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56AF87-8155-C7D0-3FC8-B3665BEC2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A6082EC-5837-3271-4530-6CA1AC7FC23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8ED0AEF-DDC4-88E0-B41F-62DCA1F16F63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70DF3C9-495A-A49F-8698-DC2D9EFA0F24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36749A8-78AF-CFB0-CA09-C2D2C9D7A66E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A1F8BB1-90DF-3B52-009F-EBEB7886C4F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25FE3D9-94C6-3C4A-930B-A994460DE9C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CFFBEB-C68B-333F-F41D-4289672FF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21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793C-3D1D-36B2-999F-0797EC3F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D2023AA-D5E4-F302-D201-E30E90A573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A75F46-0878-EB9D-70FB-DB873DF73B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A47F357-CA75-8F47-0E7D-3E7D5C4E0E9B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ECE560F-417C-7CB7-07DD-90F294E6242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6EACD5A-C2C8-CB62-9E0B-CE099FBFF371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743FC24-3145-6A25-F1D6-307BFCFC61EA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4E986D8-2709-3FE0-CC0C-9737A8FA7F9A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A66AC41-B9B3-EA08-4F7C-B7392092DCCC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BC355-0C98-209B-6234-A4ADB7A4D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76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7054-257B-4D4B-75AD-AC16AB24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2FB3091-688C-FA55-720E-7ED4FD5CA3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934A2E-EFA8-83D9-3C73-4895F1B7B2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CC08E4-95B0-E41B-0500-D29D82C18D35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AABC317-84D8-B9BF-1120-799079A57A0F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554310C-DF4B-C36E-A76D-3FD6E66B410D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A386C03-14FD-8E8C-4636-5448043ADDB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BEA00C1-6A52-3ECB-3E24-FF8DACB3212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233C050-429E-0AA1-B40C-591AB71A66E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DE5761-B51E-A584-9E23-536006CA5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9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CC777-4A5B-2F58-086D-4B78FA63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C1F5D6E-A702-FDF1-FDB7-A2AE76E33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9C6F83-0F0F-B6CD-2FB7-2CFAA36E3B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5399BD8-D7C7-D833-3E36-90519BB91E9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9C96763-7E2F-3E91-51C2-08C5BFC9B880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ECE69E7-A8B4-CEC8-5ED6-B3632029A7FF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5C619C8-6A6B-85AD-A54A-8F18B843822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CF083B1-6445-47AC-D5DF-85B4EAECA1E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19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4D9647F-2DBF-ECE4-EB45-C14AD8E1A32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E9A196-2F41-911B-ACED-777037CD8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36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17D4-FB77-8DDD-634F-CE1B9BEC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300E0F-7CE6-ABB1-F4E1-AD22F7522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38AE28-ABD7-0315-849B-533B0F7E78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3795ACD-3448-AF67-7AC9-A850F9F86E22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B7AC986-8E8A-093D-74B7-4255DA37D600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3AC75BF-30C8-E95F-E561-6DCE82FEA549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2EC9710-32B8-2E32-AB40-261F3B8D909A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661CA01-B448-9498-4049-2589A97B1BDD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80186B7-44E2-C21C-4773-6E75D3368F0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ADB89F-48DD-A1BA-EC63-19B0A1355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54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6CA8-4E91-B465-5079-52ACE36F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7790AFA-28C5-9574-41F1-AD1C176274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7DED01-008C-041C-16AF-2C1A986CBC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977E9A4-365F-23A7-1439-B48B46785CB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7032F00-2AEF-4BF4-C008-C88FEF01F0A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FC80B2D-FBD4-0295-0237-48752828D36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CB2296A-E8B2-6ACA-A809-15845B3B10DB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811EDFB-74F7-10BA-2751-685EB24BC0E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2210E3D-12BD-E5CD-4FE4-78CB105D8126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570A58-48DD-1D31-C5F1-2C0EE31C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6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74B3-2730-AD0C-A3A9-01B44568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220C6-6C24-8873-AF10-22E0D20924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EC671B-D642-E608-7FFB-B448A79ABF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657CA27-5042-8F2B-9BB3-62545BF48276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6875C5-D5AA-7265-6FF4-2C49BC5E7674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277898E-C739-F14B-73A4-8A66DB7459CF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162F0A7-5903-0AB6-522C-FE096BC23C2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77520EB-1C2A-5214-2C76-AB892C7BEDC8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946987D-540F-0FF8-DB92-6AA980654897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A3A45-BE6A-F5C6-5316-27A33143C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81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9F6D-6FF3-BDEB-8DF9-95C63720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46C7760-A85F-4A64-71AF-B8A0242FCE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4D96A3-FE95-083F-D90B-2233BE2C21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92392B2-D3F5-FB51-C14D-ECA912508282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B70F712-81D1-A06B-BC14-68DF876E5143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B80FE29-8B42-54F1-148C-3C9179B4486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ED52BA2-8F80-8AC4-A12C-29659020F451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289A903-72CE-6BCF-5596-EFD3282FEA38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E39E601-3892-FEF6-5C56-691E1C89F10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178FC4-C33B-C542-651A-AAA919003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69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DF84-DE2A-2F55-C7C6-AD7EDFC1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830C6E6-BD7E-4D1E-1C87-3B38CEE81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3ADD83-05D5-D7C1-CD81-59B9C34A7E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761A7F3-0C88-ABE9-90A7-619CB120A27A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CD9FB1F-F278-FF6A-0BAC-168C5FD78AB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76B03AA-0FC3-C8ED-8131-A3C2FA0405B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2FA7682-7689-5F34-0380-E6804C2AC8C6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1F1143B-A43A-2596-8954-1C109D37DDC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3A2C6B2-9308-67A0-A7B9-C1768C33912C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538905-F218-A3B2-F5A2-9DF42FDFA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17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FD63E-F790-5619-E7D9-142CBEEB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4F24C9D-D0B9-B1E2-F68D-221FC544A2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F5F955-BFE0-357F-82D8-441C1CBA3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572CC58-B007-4786-8E11-3ED2CEBB0BB1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A9754AB-CA78-B9B5-F609-CCF2339CD442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2C79109-459B-86EE-D6A2-54FACEDC290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81F52B3-4218-FBD4-F009-F6B5DDE6BEF3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562BFFB-6E6F-5B1C-C875-EA41DDA7E32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42C51FB-F1C0-6333-ECD4-02BF356EC81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F3CAA3-92A2-F7E0-3D3A-DCB9198BC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49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3233-F969-A537-A524-D32520FE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59D7D65-ECD7-6F5D-94E0-C8074DD388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B33009-9CEA-4CCF-6240-BB241054B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B30DAE5-FC6B-0B21-E97F-900F1513A4A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21B1C2-667E-1113-3C58-9F3551586F6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6DB5F43-EA58-43CD-52B7-C512DE47A8D0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C30F6D8-2560-7079-FC0B-3600F2EE03BA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2298AC9-6827-76E8-1984-636B8C5040A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2BAE876-10E7-064E-569D-1F7C14E58223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10AD9-C705-80CA-332E-8E598B978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97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DA1C-6D00-D4E4-B997-AF71E8C8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796424A-6266-F640-ADB4-79E2D5A988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BE567-E029-485D-8C11-CF205495DB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9D4E570-F531-DA97-BF38-BCB5EE2C4BA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3133DE1-1176-6241-6363-406DC2BF9D48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904E851-C4AE-224B-8376-1F16D229929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92C4FAB-5850-FEC4-50F4-DE776295D11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4BF5052-4FA6-EDCB-32D7-A5E874E39FB3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A11B1FC-F322-751D-C1BD-546EDCB4E080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EC8A6F-973F-A2D1-0359-A846ACE32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04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F2C1-DC42-A82A-1C7A-44A77679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ABC8356-5B35-26F8-F2D3-AF9D5E65F3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D052AA-9739-A885-0D8A-40B97B5F51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6B2D159-1D79-215E-F864-39AD4F18538A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0ABD805-A4B9-3EED-8630-A00F02EF5CE9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207F34A-8F89-2D36-FB1E-7AD045DB681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49CCC88-ABB1-BE5B-1F68-78BC5F7E402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33981AF-F0CF-C43B-7CB1-E8829698F89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6EAA09F-30F8-5B93-7DB2-1560F4240D6C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655F2B-9887-ED23-0156-2250C50B4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52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6EB8-D1D6-5163-A7D5-40420C9E4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B64A136-7785-6106-3D89-AE1CA26C3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B6D1EF-663E-5B72-246C-0D7F2C41D4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314F540-5C9A-3338-70BE-3BFD9450E351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BEAB1A5-75D4-F943-C197-EC7B45B313B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6A83F1F-88BF-65A4-642C-5652257810D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BCAABB9-D539-B372-C966-D7E64B46FF7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A0234D1-E030-B84B-AA8B-2A5D072499B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29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BCFD434-72C8-5027-E2FE-6E74EB2071A1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54AE1A-425F-297C-ED76-B5F54E24B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24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C446-3BB9-7FBC-1A68-E27EB15F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DE15BB4-9BA3-13C1-868D-AFB5E31600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6F67A-3D28-60FE-9B24-FF6D5B22D6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6AD78BA-B8DD-7763-E719-C8332994C396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7CC1011-363D-6A6E-C3A2-7A3B3087E31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483A5D9-E0B7-58F9-5FA8-07DA25494A88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6800DAA-81C3-AD13-5B0A-644B963AEE4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9929E69-44E6-BD93-E7B9-939A6BB5A78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F553620-1441-6C14-3D83-2944D034BA6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71E9E6-0F0D-1C11-1E48-710CF8427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30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0441-CBB7-3336-A9A9-824578FF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B35A768-049B-2046-3638-322BD9619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BE5B53-D9CA-5322-F249-50038F9B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0A4F3BF-5851-2300-038C-5FB278E207F0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24235E4-3D30-161C-DDC9-A7C96F6DDDAE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2D53024-0241-07F8-E66F-725FFBDFEC6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92A09DD-0E81-7DB1-673A-DC8E61A9C72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14C956E-1E49-A497-3F93-21DF4132292C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AEE938-7D32-EA25-2255-A3C29F9350A9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4FC24D-CDB1-79DE-A3B4-3287EFFFA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87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A156-A5BE-091E-F54C-7C1305F8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C149AD-0E07-9D74-AD4C-F7E3258D0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039B28-7526-8B3D-37F0-6BEB229ED5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918C4D1-CE27-FFFA-9A0E-9DBD267EEC6E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341E144-761C-B12C-F409-CA954D88687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85794DA-A2E5-37AE-D40F-DAA3CC2FAEE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9F22729-47EE-AD3C-07D8-1913652DB3C7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7E290CD-8474-4F24-C7FE-DD1298B70296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F877246-1037-9365-E4AD-1C625DB5BE9F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8696B1-B344-28E4-4956-12FA4F0F4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8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74DF-15D5-08DF-BDAB-7E842B07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0787EC7-7B2B-54B0-17CF-24AFACFE3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A13342-C246-CF32-B6AE-89EE18BC4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421BD5C-BA1C-C914-7C96-D14ADF707226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2D88E7F-2468-C46A-6179-A826AA9C5353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8A6A213-B70A-1925-175B-5481E47003A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AFCD810-6BD8-A91B-7AD1-D5A66D53766C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0BA088-C899-45E9-20F7-3B6E7EC6BC4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80B6D95-B320-5C9C-47A9-6A6FCA91922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FDB7E2-052A-368E-D980-B561B4F9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15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D006B-9968-83E5-0DBD-AFF1D282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4497685-E4CA-6555-6620-6941F52C5A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BCE4C0-79BB-77D3-39E7-662348A6A5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1DEECD0-7BBA-41D4-B75E-4E81C4E95697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730A322-42CC-5913-D1D8-CBC183797F51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AD46084-8D92-C058-F326-979058C1A7D3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2D5DE4D-958C-AB66-F2DC-31818BC7736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6CD8A5E-A610-607D-D8AC-15BBC2A426F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B63A0F7-AA33-A1A1-557A-CF9C361C0B61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6ED8F-47EB-894E-6378-AA58D9A6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54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6151-7035-8C5B-AB5B-98596B78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C28DC10-9841-5588-56C9-1176764BF7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F1DF94-B69F-37F1-ABE9-B2211DB93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1766303-61DE-E99A-675C-DE239384941B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59643BE-E5C4-303B-4CF0-ED8988B5BAEF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73091B4-CF49-CBAD-36A0-644787DD6D1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01F0494-63F5-5B60-D5F0-88CBA327A49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E1C7074-2638-C3AE-EAFD-2837BF4D3CA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5C1D9FA-419C-4332-6E42-18E665E8DFD3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E1EB0C-1AA3-660E-4162-A3D12B033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83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82F66-5399-FD8F-EF04-FC1D5463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84E44AC-8D99-30FB-50BB-AA9F601DF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DD5A7A-25AA-BC06-FA4C-A591C3D6A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9A1C630-D289-7804-2534-CC8C95328FBF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05172BE-D78B-1B37-428D-A4A868D7415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A812B7D-0CF3-57DF-C94F-DB5CB879430B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2BD96D7-F85B-C744-BBD3-4A60297C690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A0F0787-954B-2BFF-78D8-A51F2640132D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7DBC32E-ACBD-4F93-F5BB-FE5C12488A48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D0F5A6-AD32-91C2-AA40-3A6ADD002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18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017B-D4DB-684B-BDC8-63A68745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01A852-6802-6A7C-3886-BB397E341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17D45B-E45B-AE1D-A5DB-622F123778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B123971-8B0E-6ABB-99A4-E65CE42A669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7EDCCC7-155F-7C9D-E81A-8CC899D0139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9851358-CD07-D8AA-DDF6-D96CDD5B308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F554972-100E-F5FA-0C17-3301BE113CB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7CA23F2-D634-E2ED-1707-15BCF11BA705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0EB2F7F-C772-54C4-3CFF-5A66F473F67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C2B1E5-568C-11B6-B2CE-C0F44FB82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50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A074-9879-780A-2EED-698E855C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6D83A88-8E92-9362-A94B-A536377B1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11B1A6-7321-A7A4-1A05-ABABDAB0B5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F5794BD-5A05-21DD-4870-2CB9825535C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BF4D3C3-2A4E-8F05-98BD-F870FBCDC6C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B4C23C9-AC21-7EF6-F5FC-C7B003C19104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530B3C2-DA7B-6C4F-EBA0-1BA11972BFAC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BDE281C-8D4E-0C81-7293-3057E4F81D7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04707DF-2D30-2E27-2038-30E69EA080C6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4F7310-6064-FBE6-79CB-A68825BFD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3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4F48-CBEF-0C7C-AE6D-2B0F2AF0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C95D138-C494-A4E7-15D6-D141D1F880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E75440-E9CB-8FEC-97C9-D00B8182F9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16830AC-6805-EF36-016E-5FD173F50E11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903B6D7-E7E0-016B-0CC2-95D4BBD050B9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698878B-B220-6550-5EAB-621E567F1373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3EF3494-ACED-1638-10FD-4BB076E878C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9F3C073-BFC6-4F5F-C75F-936147A0743A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39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F6AD9B7-2384-839D-BC01-71330AD278F1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AF35D2-C1AC-751B-152C-10A688A5F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18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3A86-9C26-610E-D860-1F3B0048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64FD33-DBE5-3A56-E779-74C0A97CB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02E192-FC19-1112-A8CC-52895CA21E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7EFFF9F-D626-81CD-15B7-E27E86BB76D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7B3B60A-4301-14EC-3A04-D063354D15F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65B3E3D-BD91-81D4-D412-5508804749F2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E322A1D6-2065-EA36-F685-D9C8F179E10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C457856-B87B-AD5C-6849-5CB1A646B66E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CA77DA7-9A48-E0F7-1BE4-20FFACDF87E7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875A1-630E-E752-00A9-24A5A90A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93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BEBD-0CDA-3C13-8B7E-8B689870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8C54F03-1F0F-C17A-8C47-DF29DC278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CD1E4F-A034-E4AD-A4D2-2373E9D00E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80ABA5B-8B9A-925A-714E-9D971016721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AE434-32D1-C69F-B553-96D37B316EF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3F4083E-9917-A502-BDD6-84AB01C5678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B78D1F82-B86D-9CCA-1AF4-401B06E43C1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A2301B4-DF4D-5F0F-AD45-E32BE229B98E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9C8D5C4-777C-CC61-8B25-53D7A9F1BF00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97CBE5-F6DC-CC0E-00A3-44DEDA95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0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72078-03E4-9752-9CF2-96F442BC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FA45D27-2C2E-3C67-409F-E7293E72EC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DE9748-AAE5-D0F1-0582-5FAB43607E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177327D-66A7-31B6-994F-631E92745E0D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43DECD3-8366-895D-30CE-02ECD7DD3FA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656639B-1CD7-B96F-DCCF-A237601007E9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FFECB33-E8B3-9979-C2BE-F3D362C21808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5F3C039-D91C-E771-B549-3C93F7B57E6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60ED6D0-0A47-F84A-8970-DCB4969AA8D3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0274D9-6B63-F206-D9F1-9973BED8C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23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0858-2FC7-192D-70B6-8AEA02AB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2B2362-3400-C1C8-1A67-BC3D1F2C78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2F3B2A-B97A-7ADF-3A8E-F713C7E707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44C749A-B2E8-3976-38E6-0E67F4CA328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F95A35B-F6E9-3ACC-C2C4-C4845EE80EE6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DACA11-2A43-2568-09EC-D6662C302DB4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647E396-953B-D6D3-60FF-21E03F49EE4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2A68801-C9C1-99DF-2DF9-2EDF6E5FF94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CB9891C-DD2E-DD09-A231-7DE080814E7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A0B9DE-8018-D79F-3D2D-9F4A4F9E9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61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69E4-8181-8DC6-B2FE-13F618AE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6982963-DFD0-85E1-7B5F-FAE7912B5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C612AE-BEEE-6D0A-1138-5D9F052B85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761147D-AD40-7996-C132-38138565A12E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12A84DA-8990-BA9D-6745-67400BB7727E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0699D83-69AF-DEA7-E587-CD1734B94FB2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0515243-2DA6-7E6E-7C5D-D992C39F70F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470EFD9-3D61-FA82-5403-F5F7919264BD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F0F1C5A-E2F4-AB34-9C74-3F302963EE2C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B1802B-F23B-ABD2-1F04-5D6337B91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60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CD94-0365-AA6E-B42E-E81746A0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6F3AC6F-A0BD-9C1C-CA0F-D56BBC1A1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10C929-5A52-8C7B-4A72-A8E1CB4CA3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94F94AF-C3A2-79BE-0883-EAAEB6BA95BD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B5E20AC-CA7F-20C8-60AD-650CD0E0DE6F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0527A88-719E-9B3E-B1BB-283771F8C438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A026998-7D82-791B-05E1-DAC364D6E716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6C1FA6D-0E54-2632-C188-7A460F68E0B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EF3DF78-4CF8-22C9-2116-44FF36B3126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FB9B40-CB3F-E498-2B65-4963426BA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3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BF31-30FA-F37A-9BAD-6CD68B3F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7FF10E7-A29F-F48E-F853-17220C4A96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612DF4-5475-15FA-20C7-6D29ED2373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C59E554-D8DF-99E8-E194-4148963FC5FD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40A5767-53C8-CAFE-5CD5-02C43787FA3E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B0FFB1A-06F3-EBA1-7941-815D6D9CABCB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EB1BB90-01E2-61BD-D507-7A714A5B9B7C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A53BF97-71B0-E35E-E92D-EC85D8FF065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2140404-C20A-DF7A-3E8C-1E7D74514B96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912E30-655C-F427-13F9-500FBB4AF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07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6F71-0202-0833-F747-82D08C60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CB3E457-6A36-B64A-0CE8-47D1495873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0F07D4-D7CB-6FD4-438E-C976C7923B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6C1DB9F-3762-A634-75ED-F89D6EEC3D75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F0748ED-6C0E-BEAE-EC0C-DFF740EC7CB0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3350E83-A187-5F13-3CE3-100AE4C5C24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7AAEF91-4A90-5C07-C3C2-9A567D57E530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120EE8C-159B-99A3-597A-00B3B040CB3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86CD5C0-47F0-5610-1CE8-17808BC981F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52962-3D00-3F36-2A4B-20E325ED3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729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E4D0-9ED6-3D47-BCEE-E591A5A1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BA9DB9-639B-B18A-06A8-5CD9C7F8FD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06AEA6-0C0F-7AFA-9FB0-0B218F838F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F48FFE9-AA79-3ADD-263D-23749E7779C8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833A592-7FD6-7E3D-1706-F6DB5CED49B5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D84C34D-91C0-B2B3-98C0-B12585929678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3EFD5CE-A3E5-21BE-F276-9B491D88A99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8702272-5530-08F3-F18C-2ECC13D7B4F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2778A7A-BD92-65B1-1E29-C84855312CCF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93E6B7-8FF1-DCAD-E1E9-6CC383E85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14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0CC7-25D9-2CD9-A603-8047088B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A84652-1B1A-1C5E-CC91-B247F6C4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D28D65-5EB3-7312-4477-109459350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BBE572-CC91-276B-CD7C-DE46661452B2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DD36507-D1EA-761E-254C-47944184071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4C31DCB-B699-BA05-1558-5A7A15BB6233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C556987-ED8F-235C-3E94-558BA4465EA1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990CCF-66F1-0F4A-0E20-855808325C2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49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349A9C3-663E-DA3F-45D4-A20AA258B5E3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EFC27C-77CF-3B7E-F173-F81AA0784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95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1CD1-6C18-A18B-5F7F-57A6C3C3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E24BBC5-B6D2-A862-2E8D-D8E186E8C6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C0955B-C6AB-3C3E-2709-781729550F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0D945D1-966D-8BCB-2932-4552E619E19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E3FDBEB-7A16-9F5D-C7FB-9C5D28962F3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AACF30A-645F-E857-34BF-6F3A74A3B36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68AFA8F-B2BD-F552-84D7-F51237E38EE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2900836-EE4C-2871-3A7B-85338E8402F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B4998A8-1491-5237-FB11-CE252D699D54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A7F63-675F-0717-C58C-3356C5AF2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035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6301B-D9CB-07EF-78FF-2FC6DC6D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3E45254-C6B0-4F9F-5303-D6579C0317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43C97C-B7B4-7B9A-1827-460F87B7AD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507743B-F6E3-BFF1-67F2-2139AB685158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B1A6099-F694-EA96-069A-631B1889DF1B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5AAECD9-4B9B-4FC3-60FB-F87B2CB3652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1165518-33C4-0F5D-317F-A9586C10E0A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A587E3E-85CE-3D8B-8CB4-6C9A9C4F3ED3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2072192-A7E8-DFB2-2F9C-F7F1AA709627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54D518-E44B-C208-CC12-876C9FA1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28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5532-C090-BE7A-AABD-0A2B6F7D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BAEB00B-1A5E-24FE-322B-EF37F1B879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D505B3-CD5A-0CB5-0866-251362CFBA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2BB0D31-92EA-1267-3E89-1EF7C9D766ED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FA91DBC-AFB3-64A3-26E3-D0F4B19B27E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C04891F-D00B-D4D9-73B5-93127FF9599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BFE40A46-F6EF-DF20-049C-EF07B866F1A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58099D7-A429-8C0C-DB59-631A7D28C66E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658FCA3-C125-4186-C24F-16C0642F3FD1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394588-3784-4593-AE2B-896D5B54A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782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77391-574D-A63A-FC82-31803C9E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44B42AD-9A45-B601-F52C-17D97243A9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FE1145-094A-0173-FC7C-0BE52735E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FE0C40A-9860-C93A-A88C-736162B470D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E94FA0-E465-70AF-2375-71D5426F12DB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16DBE6D-F972-7BAC-06BC-6BBD1DAE0698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459CDA8-5D2A-9D7D-46FC-5419550A4C9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C6D3AB9-284E-84DB-A884-BAF328E4854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9B764AC-4896-2D32-B4CC-C6542777C5A2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443ED8-7ECA-B5D1-7341-9F360A3B8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54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F3E5-6ED3-F462-E48C-2E1968D8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4CC5391-93BC-E7C7-A228-CDB299977B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D8835D-7BEF-5F33-F437-4C5B3146C5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910DA88-C507-0B94-5BD9-AF3273C21F57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98CD63E-4385-5C5A-DAB3-E6372CEFF234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89A0DD5-2355-6EB8-E950-A4E756D4D361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58AC7DA-31F7-1FBF-39B5-94517134D9FB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D322185-55D9-96A9-68E0-22D757A0EE5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5174200-ED21-139C-8E0A-3ECF77D8D7B2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2B4D9E-02BF-DBCA-108F-6F52F7FC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26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6657-D55A-86BA-4784-1AD45DDA1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600174-6499-4F05-CDD9-758963ADC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4F69B6-59CD-FFC8-1565-4DC6CADA2D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2344D73-9644-FAB3-19C8-D108229E74D8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3AA751E-73D2-6233-BEBF-ADCD89691EEB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018757D-90DE-F244-4072-650B4CB4059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CA49B8D-E44D-4C05-5820-4F370EE5FD21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2695D7A-A051-B75B-9B22-7161D1B387F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B292A0B-02E8-4187-F733-FB97C078519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14A592-D539-68D9-D5D1-1D027971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86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9C79-0F89-29F1-6E9D-8527DA01A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F3278D-BDC4-09AE-3153-3F7863BE7B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C9503C-AAFE-232B-1BF5-6F4B616A95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EBBB899-7734-E551-34F2-279A2C841F2E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4B9AF59-C598-EA85-0F12-3AE3A79C69B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AFEEA12-839B-2E4A-25E1-F17C372B388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6510D49-B007-F605-A5CC-ADE34DBDCB7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561AE68-4950-0E1C-3C6E-E3EC99DB5A5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1A1D6C3-5F47-4434-1EBD-4B93C135370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9A2ADB-A957-6217-DA6D-019D65A18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99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D805-56F7-CFE6-3FD7-9D73797F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3CC9C41-C062-3B06-9CCA-70C635C0C5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DBB6B5-A251-C164-FE74-8DBF94EE2C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DA05259-63A3-EF55-81EF-962090D21EF6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7888D7C-269B-CE36-AEA5-5BD75D7503C8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32C737E-3B2D-ABCA-BEC1-3A6CEFA127D1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7F6B1A6-911A-B3B7-2263-330830A30B23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839FB6-E734-6B0B-996F-D3698DDE522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980A105-7B89-3438-430D-F0E9AD4F3F6F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56707C-BCD1-98C8-D35D-53CD73016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9014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FCA8-FE36-BBEF-E7C9-78815B71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23B1634-7506-FBBB-D9FD-1A2DAEE7E6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5FCECE-3B6E-88C6-660A-22AA74D67A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972AE9E-3054-22B2-D64D-D4103399AB4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D68575D-01F6-2A16-47EF-1B72D776E5A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F81B3F1-58BA-100C-5D08-98CFF2E85E0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5415DBF-8432-D89C-1E29-69631FFC284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8050B4C-4E7B-4B32-CB4F-80A1A544BE0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35E6C8A-C2AF-A23C-483B-2B45D18D51FC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0B8206-92C9-AF5E-F9E0-F4DC775F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930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C269-EB76-BC41-B221-6B747B65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7D62C7B-3314-9FBA-2689-91EABBA48E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C599A8-7F28-2868-9C55-04E8C85E85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AF8F9-5F03-7F72-285C-ED9C7691211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3B84D1C-263A-1F33-75F8-DFC936312F3E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120273E-1928-4FC2-936A-41AB47284815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8F15281-D484-9E91-A723-FDF1499DC077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6EC1E7D-1B5B-75E3-A501-DF8BBADEC3CE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59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E3A6C7B-3246-23EF-EDD4-77DC79D893C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56B164-B634-00AC-2242-3A81B360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354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D363-E11F-D9FC-521D-CBCE1862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A37E264-F22C-641B-99F1-926B68A426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89222B-8C42-D4A5-9DA7-0616BEBEC7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AC298C4-B3C7-4F81-28AB-32BF4A28A90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DE65D83-F085-BB9B-5794-46896AF12460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6EC3E74-4C24-AC7F-3A7A-9CBC1AE36A00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C7A050C-4DC4-BCAB-6E0F-E2A7474390F6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93C07F3-EEC2-2732-53D4-F71AFE55C82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5FC268C-C52E-FF71-D155-A5EC93FA7538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25FA34-8F65-C47F-C5B1-5633A418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596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5A9F-CC98-96C4-DCD7-65BBB0C4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768660C-DEFA-D2A8-72AF-5D0EE104C7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64F5A8-B498-A9A3-FCB7-70A26AEF75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93F73F6-48D3-6F58-BAF7-D8EABF2CE86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34DED02-8A85-4236-255D-0B85536B325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1A9061F-2400-FFF1-59BD-1E1F813BD24F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3E4453D-2E36-6565-EF7D-70A0AC0D7F8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253FBBD-56CE-9B23-93E3-4AB87504FF2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100C4C5-41BF-6F30-D915-6D3DB5889B10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DE55CF-FC52-E9D1-5D3C-6F1800D7D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753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D82C-11DE-69C4-3B93-72D11F01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B96478C-50BF-0AA9-49FA-0367B73020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CBBBFE-5C69-9800-AE87-CFAE65390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1F5473-7F2E-6A32-44D4-7654E745644A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A53ED26-B9FB-214F-AF60-A9886231646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4D83CD5-B921-70FA-A4F3-A20FA65E74E4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BD63297-3FF8-9D01-66DC-D4BDD22030F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DC59DFB-7F2F-9C70-A9FF-21D44A1DB652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E728C60-A0A6-E46C-A5E6-09B502FD6DE9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05328-C9F9-00ED-11D8-06A08198D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116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29C2-D4AD-F261-32DF-A3426B1C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F4AFF07-5D11-5561-B85B-95EB0BE815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53195C-31D5-FD94-3563-788760B9EA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0273A76-74B6-0AEB-2E8B-BB3C497C1235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6BB6E72-C3EF-759F-E0B9-5380656523E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FA80F37-11A1-1E16-E259-08CEEB324045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899DA5B-6DC1-6A78-A12C-34C7C4AC109B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59502A2-4699-6002-5E03-6B2E575B0E6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CA9E25B-08D5-378B-4050-6854EAA19B44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22CE2F-DF16-08A6-E3A8-BD06C88B3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843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0318-7DDA-0C68-20B8-253E5275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4188C4E-22BF-F0E5-5724-1EBB886FC4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9D259A-A150-0490-18AF-12F9D76B7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C331286-58AC-B2DA-8FF1-59F0D0E7B691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175F3B8-394C-CBBF-A7C8-9D904942A686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CA91007-8DCD-74DC-8A70-AB93AA0D85B9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7D505D1-43E8-BD2F-0007-DAFAF86855D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30B76E3-EAE0-1137-AE09-1C5A21F29CE4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FD6EBE8-D44D-91DF-926E-DFEA364BED6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F8DC2B-627C-2EDF-1126-6A73336CF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243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5D66-F0A5-553E-D158-DEF790B5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13DFDA9-8321-F70B-7407-41108E4FE6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73FD9D-AA29-CFAE-C2AC-C18953CF4A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2E17F31-4D5B-F9BA-411A-7F5EC81E3BE5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FCBC6CF-89B8-656A-15E9-DDA9B3FFD23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0B923B1-0604-E32D-DDD2-309A28D0D4B9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5AA7915-ACE2-1DDC-4C99-4F8B57655035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2470379-C259-0CB1-D331-07FD9F694A25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F36C5BE-4128-856F-9FF0-8F70F998318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3F05BA-B9CF-F42C-45D0-FA690ED73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436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2D9A-27AA-3278-88D5-55ABC9E6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29D429A-DD95-E2B4-FE7F-D4FA76E478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8F731A-9F29-F109-E77E-00F0741E4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974C6D4-8BA2-8177-FC85-9719705905BF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BC2918B-944F-0918-EF14-C6D0065314FE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5BF620-4768-0AEF-1EE7-833912B60D0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F1DC61A-9508-3A1B-1FA5-365133B32360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D1B60D8-AE5A-7F12-27E9-CBF3AF5FEDAC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53156A1-B851-1866-EA71-B8699EE4884F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A41566-1492-5C86-CC45-52C8C3F79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649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065A-4459-FA06-D7A9-6C90A6A1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5B20B5-3564-993B-73AB-803ECBAF23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B7610-E20B-CE6D-6451-711917A363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D4A6882-EFB9-3EAC-F2A3-03EBEBE666C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98843D9-BABD-A1B6-7A6D-7EFD9190F901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C36AFB9-3DC5-FC6F-6410-2034D548891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6BF3711-3573-3C47-6BBD-5336EE539D9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5EB5153-0A05-4DE8-9D97-97C5A6884C71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7F7A42F-9CED-D40A-9D38-8CBE01031B29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6FF36C-94E2-B0E0-C69B-10BEEE388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397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2A0F7-A2DF-55CB-69AE-7479DEEA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5E6C944-F338-97FE-DDF6-A3B0A9AC12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3A5834-30F9-2263-AE2B-666AB48770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6197ACF-3F7D-7FE7-E731-B6C54372CFFA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9DED9B3-CDB7-DCE1-D6FF-D8EDFE37F271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9FAD246-DA14-9B12-1274-99F9B783FFBB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11E8B86-687C-833D-EFA1-AA9EBEC7C3C1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8B872A7-1487-F97B-E330-74574B4CCFC6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B819086-528E-F2E0-4749-40BB67C734D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7DE667-6BDC-C6B2-7BE1-B05375593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997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645B-D67F-821D-240E-95271013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F05066A-04CE-52D5-2F46-B7840017ED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6FDD61-89D8-7E3D-E191-183AA7A64D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798E8C7-7EDA-AF6C-9060-CB5D440EF391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BF145BD-705F-7835-F731-C409BBA987B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DFC4D93-1322-FE53-3FE3-D98246F2DCC4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5FF35AC-9CE8-C79C-54AE-43B679BD5828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931DAFA-E554-B972-2FF9-A193BA3BE148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69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4F13905-B67D-E453-D3DA-E224F73501A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AC977B-80E1-A94B-2F02-F3D8AFCF7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610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EB7A-A5D1-0211-B202-9380B2E2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A6F85E4-98FB-ED19-E731-06EDD2C38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EE6958-59A5-1F41-4820-DAF6191654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33A86D6-B1C0-41AA-11D2-D8C2ED2C900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B111D2-7CA6-9132-E8B5-F480CB4FEF09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0E14922-C34B-CA1A-59C9-7E68FBF173C2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09C79473-AE61-A09F-6CC5-442EDF88BCCA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4AB2D5C-39AF-580A-5753-BD45D0C784F2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E5D9970-0073-4CFC-CB03-E79FBD3B38B6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F048C2-8A2E-3003-5173-1D715619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775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B66A-E1FD-5ED0-31DC-640DE22DB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4BFEC97-D62B-C75F-AB18-EB9DC3DE33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C7B848-EABD-5853-9CFA-454F6434F6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E657460-7C5C-F0C9-1386-DC1AED7B431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34BFAC0-09A0-64E8-221E-5C2C797C2241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7C50C00-03BB-29C4-3334-5DFF7D7015DB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43A919A-A8C9-6B4C-51CB-440088D51542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37FA19F-E30F-173E-6608-C1C816805E42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33A5EF0-6D56-33A7-D74C-584231C8D0E0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F135B2-6E75-82C0-1323-68907BABD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235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8D937-44A4-4538-31CF-F63DC05A8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4BF03D7-C0DE-09C0-2881-EAD7256358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2FF9BE-FD81-7ACB-1B35-89AAB14193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E99DD0-F44C-A333-2A05-24DCAA6FB5E6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FA828B9-B13B-62A3-3CD1-95A75322D5AD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FBB6600-2FC2-CCB6-C10D-0CF6C82C8FD9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2C88E61B-D120-7660-B326-15F0B89159A3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E7AFF36-9928-6CE6-A7B3-E060ECC5DE7D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B9E03A7-1F34-4C13-97A1-A4F18952CEB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9CDC52-B21E-0926-0F2E-B80DDDF5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64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93D5B-14F7-0366-395D-EB928692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4E97710-E58D-1732-A5F6-2AE3BCC8C4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E1B333-9D74-64C4-DF66-AF71A5E0F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A19C43F-A015-8CBB-47AA-CE7BD44FA06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4D79561-51DB-A78E-9362-5BBFFCD6CEA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B938E08-9408-8C0F-2056-D5A4BDCFE67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E5CAF57-3F5B-9018-9817-05BB41C64B5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B765A1B-2FBC-E24C-90B6-0F6E78191C4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C12BE00-12F5-C4C0-E947-C7C09C13E84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0335AF-0C73-B37F-8230-E7DC1198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769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DAC0-97D5-9B4C-1F6D-786A1A56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5643ECF-546E-917D-9E75-CB25AA4562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708E8E-B389-9DB8-7CB0-B5022E4C82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678124-17F9-C80D-FE39-C4FE1C2B7E9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210A0A5-A07B-0E56-9FC4-08D57832BB28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A6D3F35-FDE1-EFE5-EBC6-7311C8A19535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8FA33E8-1287-46DD-4EA4-F40D40E42E1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160CA13-1C5C-57A9-22BC-E66043A18D30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D65C2CF-F717-51D3-C3FE-CDE0604E51B8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3BF5F2-BAD8-07AA-97EC-392A67BF6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097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60E4F-760E-C9D8-1CB9-149E3463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360BBE9-AA70-D0D5-E9FD-C3EB295E20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FEE8A2-FE2D-A4D0-1F99-08812D72FC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DC9414D-561C-BEAA-2310-5F55F1384C68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C538394-1695-11FD-34F4-F132BBC1FD25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603EE93-FD6A-9538-6C69-7F17C1AC7B13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BF4B347-2BC9-6653-EF9F-A132146ACD34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10CF8AD-C32C-3BCF-E556-AD612AAF648B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4B9E4DE-B841-B815-2014-DAE54B0BD9C5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CEFBC7-9130-EF32-8B20-8C19596BE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704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DE29-3DA5-719B-D10C-5FA3854B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0D9792B-7577-4492-E1DE-514BE29D56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1AB2DD-8AA9-E11F-1ACB-15BC7AF3A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515ED1C-A0B8-589A-A608-602A4C6FD6C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050E98C-BCB2-102B-7A7A-F9559231F824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8B169C2-3776-3921-C3C5-5ABE66D31337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E5D21A1-DCEE-BF87-45BC-5E35EDD5E600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DE7FAC6-548E-6892-C98A-88584D022173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9E4124F-0F8B-5271-11C8-7EEB894C869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33F7ED-6A4C-BB78-3DF6-30A6F19F1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72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3522-FE2A-8EF6-C3E9-C764E4EC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DEE2E99-9E22-CAFC-6E75-7DB85FD4F7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45D2C8-1187-7878-0482-422F9AB739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55B2A8D-51B9-982B-E4B8-54FD747D80E2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2CC3D68-1513-F659-93D2-937440B48CF6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5782820-6F25-2492-0F1A-BE1AD1E7C4A4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448AEECB-ED27-6BE5-F29C-227FFC190C1D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BBD7AB0-40BC-349B-7438-F40A0368666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D31A5E2-3695-3A76-71CC-003423438134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F2893F-0D64-3741-493F-48860189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72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B28D-CDA1-3D62-98E1-8B29D9F5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9FC2E8B-8B07-0782-085E-08B082AA5E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4FDD3C-79CA-B791-5D5B-85507045F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013DA14-0E91-3530-5FCC-5E97DD58C77F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9943C55-154A-5921-6547-AED113F4EBD2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140B16C-17B6-0CDE-E727-CD47B87D125D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3B04633-4194-1FA3-21B4-3A365D30347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0A7D95-2244-9C2C-FD30-46E3FBE3FB45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FC366F8-D916-6083-64F0-C58B58005CF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7A0930-1418-0B39-8700-390D9D04A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655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AD00-59C3-093C-B143-849724F9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77669-B776-B091-8529-CD2F0D1B49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28EBAD-4C6D-E046-C1C0-FF121945D2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1D4C4D1-85BC-34F4-DD28-D2397651AC0F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9C5D78A-2BA0-2F89-E8D2-6E6C758A7376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7EC4485-C550-0DD2-430F-8A884EC3AF15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D10F4E5-32D2-0708-229B-8628B2297A1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C342BA0-98A0-6BD2-689D-23E5E501302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79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09C818F-B1B7-062C-61D0-70DD6910B9F2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E9692D-CD89-C476-3F59-2031EB94D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622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4BC8-D229-91BD-441D-D47BB7E4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C63B693-A69E-EA15-2103-56AF853313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D6ABE1-3197-7323-E3E2-1FAE6F0F2C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DA10BBD-64CF-EBC4-5CE2-AF5DF8876640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0501DF3-41A5-A790-709B-55173C8BB33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2D13C68-C7E0-1EFE-B6D9-87EBC9A0F3F2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7D194C0-0160-EF24-EEA1-F77ADACE8B28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D87ED8F-2A47-5A27-A4CA-8F29E2B728A6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A3B9D77-F3EA-14F5-D7C4-E200A11FD4DD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78097B-47D5-5046-2CD6-4BAE1610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889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8F18-B823-5D9A-63D5-623792E3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6F0AFE2-BF55-A574-8739-44B742E6D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F25507-C182-A94A-1AAD-7255A4197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6E229D8-4054-549F-4F34-C878997777C7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89D4E9E-A470-59DF-1F96-07559CD5741B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DD433A4-2BCC-CFFF-F292-FF7B57F0A2C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C32DA4A-030D-7D25-4F3B-F5489F1191F7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22468C9-D068-0C4B-E400-725A9855E44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81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415A20A-5944-0A65-4E8D-FFA1E81FE4D0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80B45B-6F28-C7BF-AF4F-08806CA5D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378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286D0-16AE-843C-BE4B-C1415F87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237BEF-027F-0789-9092-0ECA88B3F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A253E5-A400-5D5B-9BD1-DD882A298C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82BCD11-ACDE-0671-957E-612DB510F73D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EC25AF5-D860-8284-4BAA-F100727A2557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A691C2E-2286-356A-3A5F-738BB4933FB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7F591B6-106A-BFED-9A9A-20D1F6FEB10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A465A60-74CA-522C-9096-5298B07D9B82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82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88C4413-2805-9ECE-892F-71099EE2670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50A15-CFD3-89A4-7A10-841152B75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17" y="0"/>
            <a:ext cx="546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545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DEF9-34A4-D670-146C-E4BBD89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23223CF-FDBF-1593-C6E6-AF8A85F215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0BD43F-217D-ED7C-59C8-290AB1A5B7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F8C4CA1C-B62F-D011-989E-F0F5C800E49C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FBB74E4-8364-59AC-44A2-177660F480CB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74AD076-8EF5-21D5-6A64-2FA09F592513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465681A-B2C8-B762-499E-42DE9592833F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A4EF939-DA07-574C-D0D0-25D77AD41967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83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FDCAB29-ED50-E6FF-3362-C4949ADBFB64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</p:spTree>
    <p:extLst>
      <p:ext uri="{BB962C8B-B14F-4D97-AF65-F5344CB8AC3E}">
        <p14:creationId xmlns:p14="http://schemas.microsoft.com/office/powerpoint/2010/main" val="35022918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E90F-339F-BCF8-4411-E8203D89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ABFD82A-EFED-2E1A-26D0-C597ABC7BA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C27EB4-A6FC-EAA9-E4A6-7A7E93E3E3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7799F29-7231-AAAF-9F7D-6E5CF33D15BA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64310C6-9D7A-5604-A0EB-0BD5B67C2BB8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1F88391-4BFF-CDE0-C6E0-747B0A77E78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9D5F55D-3033-C10B-9815-999A91685F4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48975E5-CA4D-F20C-C993-36EEB83DA0CF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84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597A86D-E46A-4429-3186-581AF725CFB2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</p:spTree>
    <p:extLst>
      <p:ext uri="{BB962C8B-B14F-4D97-AF65-F5344CB8AC3E}">
        <p14:creationId xmlns:p14="http://schemas.microsoft.com/office/powerpoint/2010/main" val="25013164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6D53C-341C-8931-4FE9-B8EEFEFF4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5223C26-0824-459B-1165-74FFDB1EA8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387254-E3DE-24AA-DEF1-5008B47FB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6756232-FFB0-9910-8C06-D94037F44F5F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B3CB749-B353-A3CF-64FC-5F983ADB74A3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2D2E4D1-9545-EB40-8AF7-8713AF96429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52B19DC-23DF-95F9-B22F-A1CB0E499CF9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F8F9BC2-6DEB-B7E4-21DF-9FD378C228B9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85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002D80F-93F5-3A26-9F9E-E8FC3EE3B86A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E96A46-25E0-24E5-A5A4-2A78099148B5}"/>
              </a:ext>
            </a:extLst>
          </p:cNvPr>
          <p:cNvSpPr/>
          <p:nvPr/>
        </p:nvSpPr>
        <p:spPr>
          <a:xfrm>
            <a:off x="1645068" y="698664"/>
            <a:ext cx="8901863" cy="597643"/>
          </a:xfrm>
          <a:prstGeom prst="roundRect">
            <a:avLst>
              <a:gd name="adj" fmla="val 4668"/>
            </a:avLst>
          </a:prstGeom>
          <a:solidFill>
            <a:srgbClr val="FFD399">
              <a:alpha val="13000"/>
            </a:srgbClr>
          </a:solidFill>
          <a:ln w="6350">
            <a:solidFill>
              <a:srgbClr val="FF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endParaRPr lang="en-JP" sz="1600" b="1">
              <a:solidFill>
                <a:srgbClr val="1D2842"/>
              </a:solidFill>
              <a:latin typeface="Myriad Set Pro Semibold" panose="020B0503030403020204" pitchFamily="34" charset="0"/>
              <a:cs typeface="SF Mono" panose="020B0009000002000000" pitchFamily="49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6BBCFF40-F2A8-3780-1001-C7C2DF8E4233}"/>
              </a:ext>
            </a:extLst>
          </p:cNvPr>
          <p:cNvSpPr/>
          <p:nvPr/>
        </p:nvSpPr>
        <p:spPr>
          <a:xfrm rot="10800000">
            <a:off x="5956390" y="1514608"/>
            <a:ext cx="279221" cy="107919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0CF4DC-0EFB-FFE0-B1C9-1E26889093BA}"/>
                  </a:ext>
                </a:extLst>
              </p:cNvPr>
              <p:cNvSpPr txBox="1"/>
              <p:nvPr/>
            </p:nvSpPr>
            <p:spPr>
              <a:xfrm>
                <a:off x="6903763" y="774512"/>
                <a:ext cx="3359003" cy="446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4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666EE9-1EAA-98A6-FA80-CEA00B114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63" y="774512"/>
                <a:ext cx="3359003" cy="446532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72F52F-67BD-BFFB-7D58-B1B54FB0DAD0}"/>
              </a:ext>
            </a:extLst>
          </p:cNvPr>
          <p:cNvSpPr/>
          <p:nvPr/>
        </p:nvSpPr>
        <p:spPr>
          <a:xfrm>
            <a:off x="1645068" y="1743907"/>
            <a:ext cx="8901864" cy="4601475"/>
          </a:xfrm>
          <a:prstGeom prst="roundRect">
            <a:avLst>
              <a:gd name="adj" fmla="val 2191"/>
            </a:avLst>
          </a:prstGeom>
          <a:solidFill>
            <a:srgbClr val="FFD399">
              <a:alpha val="35000"/>
            </a:srgbClr>
          </a:solidFill>
          <a:ln w="6350">
            <a:solidFill>
              <a:srgbClr val="FF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endParaRPr lang="en-JP" sz="1600" b="1">
              <a:solidFill>
                <a:srgbClr val="1D2842"/>
              </a:solidFill>
              <a:latin typeface="Myriad Set Pro Semibold" panose="020B0503030403020204" pitchFamily="34" charset="0"/>
              <a:cs typeface="SF Mono" panose="020B0009000002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E42C1D-EBC8-E3DE-8119-923EE50F7719}"/>
              </a:ext>
            </a:extLst>
          </p:cNvPr>
          <p:cNvSpPr txBox="1"/>
          <p:nvPr/>
        </p:nvSpPr>
        <p:spPr>
          <a:xfrm>
            <a:off x="9513320" y="2058426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≦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A5C090-D48F-7CBE-A540-17D64C1EFC14}"/>
              </a:ext>
            </a:extLst>
          </p:cNvPr>
          <p:cNvSpPr txBox="1"/>
          <p:nvPr/>
        </p:nvSpPr>
        <p:spPr>
          <a:xfrm>
            <a:off x="9513320" y="2857034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&gt; D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646A36D8-EA52-ADC9-7A60-5EB8A84B237D}"/>
              </a:ext>
            </a:extLst>
          </p:cNvPr>
          <p:cNvSpPr/>
          <p:nvPr/>
        </p:nvSpPr>
        <p:spPr>
          <a:xfrm>
            <a:off x="3307937" y="1847833"/>
            <a:ext cx="195384" cy="1403660"/>
          </a:xfrm>
          <a:prstGeom prst="leftBrace">
            <a:avLst>
              <a:gd name="adj1" fmla="val 54860"/>
              <a:gd name="adj2" fmla="val 1876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B80BED77-37CB-02F4-F251-E4B6E2A662C5}"/>
              </a:ext>
            </a:extLst>
          </p:cNvPr>
          <p:cNvSpPr/>
          <p:nvPr/>
        </p:nvSpPr>
        <p:spPr>
          <a:xfrm>
            <a:off x="3330308" y="3709270"/>
            <a:ext cx="195384" cy="1403660"/>
          </a:xfrm>
          <a:prstGeom prst="leftBrace">
            <a:avLst>
              <a:gd name="adj1" fmla="val 54860"/>
              <a:gd name="adj2" fmla="val 1876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3705FE-9A29-79B0-336A-FCB279F33BA0}"/>
              </a:ext>
            </a:extLst>
          </p:cNvPr>
          <p:cNvSpPr txBox="1"/>
          <p:nvPr/>
        </p:nvSpPr>
        <p:spPr>
          <a:xfrm>
            <a:off x="9513320" y="3998406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≦ 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434A28-6133-ADA2-93AE-70759FEB19A2}"/>
              </a:ext>
            </a:extLst>
          </p:cNvPr>
          <p:cNvSpPr txBox="1"/>
          <p:nvPr/>
        </p:nvSpPr>
        <p:spPr>
          <a:xfrm>
            <a:off x="9513320" y="4797014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&gt;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B8129F-8254-242B-4B68-6E3B93766FDA}"/>
                  </a:ext>
                </a:extLst>
              </p:cNvPr>
              <p:cNvSpPr txBox="1"/>
              <p:nvPr/>
            </p:nvSpPr>
            <p:spPr>
              <a:xfrm>
                <a:off x="3553747" y="1906800"/>
                <a:ext cx="6133034" cy="513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7A1B0F5-D5AB-FCE6-2DAF-6A277E55F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747" y="1906800"/>
                <a:ext cx="6133034" cy="513410"/>
              </a:xfrm>
              <a:prstGeom prst="rect">
                <a:avLst/>
              </a:prstGeom>
              <a:blipFill>
                <a:blip r:embed="rId4"/>
                <a:stretch>
                  <a:fillRect l="-826" t="-136585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8001A6-F2B6-4D96-3DC5-E036DDA323E9}"/>
                  </a:ext>
                </a:extLst>
              </p:cNvPr>
              <p:cNvSpPr txBox="1"/>
              <p:nvPr/>
            </p:nvSpPr>
            <p:spPr>
              <a:xfrm>
                <a:off x="3554017" y="2693806"/>
                <a:ext cx="5440656" cy="513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300" b="0" i="1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7E8D3-5CEA-7E57-15BA-8049C56B8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017" y="2693806"/>
                <a:ext cx="5440656" cy="513410"/>
              </a:xfrm>
              <a:prstGeom prst="rect">
                <a:avLst/>
              </a:prstGeom>
              <a:blipFill>
                <a:blip r:embed="rId5"/>
                <a:stretch>
                  <a:fillRect l="-930" t="-136585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D9C190-BDE9-943A-3422-B8CB8FBF7945}"/>
                  </a:ext>
                </a:extLst>
              </p:cNvPr>
              <p:cNvSpPr txBox="1"/>
              <p:nvPr/>
            </p:nvSpPr>
            <p:spPr>
              <a:xfrm>
                <a:off x="1931593" y="1985968"/>
                <a:ext cx="1320874" cy="23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disk</m:t>
                          </m:r>
                        </m:sup>
                      </m:sSubSup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3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3489DB-E997-63A7-F901-40505BE39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93" y="1985968"/>
                <a:ext cx="1320874" cy="231410"/>
              </a:xfrm>
              <a:prstGeom prst="rect">
                <a:avLst/>
              </a:prstGeom>
              <a:blipFill>
                <a:blip r:embed="rId6"/>
                <a:stretch>
                  <a:fillRect l="-2857" t="-5263" b="-15789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4E4C2D-9BFB-3E74-2C55-93B86B3CC043}"/>
                  </a:ext>
                </a:extLst>
              </p:cNvPr>
              <p:cNvSpPr txBox="1"/>
              <p:nvPr/>
            </p:nvSpPr>
            <p:spPr>
              <a:xfrm>
                <a:off x="3554791" y="3734128"/>
                <a:ext cx="5636158" cy="513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7EB2E1D-C649-548B-5559-4C21533E8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791" y="3734128"/>
                <a:ext cx="5636158" cy="513410"/>
              </a:xfrm>
              <a:prstGeom prst="rect">
                <a:avLst/>
              </a:prstGeom>
              <a:blipFill>
                <a:blip r:embed="rId7"/>
                <a:stretch>
                  <a:fillRect l="-899" t="-139024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DFA9A1-198D-B407-1A8D-9EC2C197F4F9}"/>
                  </a:ext>
                </a:extLst>
              </p:cNvPr>
              <p:cNvSpPr txBox="1"/>
              <p:nvPr/>
            </p:nvSpPr>
            <p:spPr>
              <a:xfrm>
                <a:off x="3553747" y="4499051"/>
                <a:ext cx="5029518" cy="513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MLT</m:t>
                              </m:r>
                            </m:e>
                          </m:d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1300" b="0" i="1" baseline="-2500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3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3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300" b="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3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E54ABB-0322-8D6F-1A23-E51007E97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747" y="4499051"/>
                <a:ext cx="5029518" cy="513410"/>
              </a:xfrm>
              <a:prstGeom prst="rect">
                <a:avLst/>
              </a:prstGeom>
              <a:blipFill>
                <a:blip r:embed="rId8"/>
                <a:stretch>
                  <a:fillRect l="-1008" t="-136585" b="-19268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86A3F37-9822-1D43-00A9-196BFCBD1C1B}"/>
                  </a:ext>
                </a:extLst>
              </p:cNvPr>
              <p:cNvSpPr txBox="1"/>
              <p:nvPr/>
            </p:nvSpPr>
            <p:spPr>
              <a:xfrm>
                <a:off x="1931593" y="3854828"/>
                <a:ext cx="1320874" cy="208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disk</m:t>
                          </m:r>
                        </m:sup>
                      </m:sSubSup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3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300" b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99C4C7-17AD-BA5F-0DD9-C73B91E32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93" y="3854828"/>
                <a:ext cx="1320874" cy="208968"/>
              </a:xfrm>
              <a:prstGeom prst="rect">
                <a:avLst/>
              </a:prstGeom>
              <a:blipFill>
                <a:blip r:embed="rId9"/>
                <a:stretch>
                  <a:fillRect l="-2857" t="-5556" b="-2222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6C0DAE-6F9A-88C3-9928-9720471D4544}"/>
                  </a:ext>
                </a:extLst>
              </p:cNvPr>
              <p:cNvSpPr txBox="1"/>
              <p:nvPr/>
            </p:nvSpPr>
            <p:spPr>
              <a:xfrm>
                <a:off x="1931593" y="5360146"/>
                <a:ext cx="1398715" cy="231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disk</m:t>
                          </m:r>
                        </m:sup>
                      </m:sSubSup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3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3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3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2D23EB-4840-B438-D45C-76578D32E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93" y="5360146"/>
                <a:ext cx="1398715" cy="231410"/>
              </a:xfrm>
              <a:prstGeom prst="rect">
                <a:avLst/>
              </a:prstGeom>
              <a:blipFill>
                <a:blip r:embed="rId10"/>
                <a:stretch>
                  <a:fillRect l="-4505" b="-15000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F92AE2EE-E826-5535-6712-D372111F056D}"/>
              </a:ext>
            </a:extLst>
          </p:cNvPr>
          <p:cNvSpPr/>
          <p:nvPr/>
        </p:nvSpPr>
        <p:spPr>
          <a:xfrm>
            <a:off x="3330309" y="5262585"/>
            <a:ext cx="195384" cy="995867"/>
          </a:xfrm>
          <a:prstGeom prst="leftBrace">
            <a:avLst>
              <a:gd name="adj1" fmla="val 54860"/>
              <a:gd name="adj2" fmla="val 22338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0BC5B8-8533-E11A-06E1-0F7E5936891C}"/>
              </a:ext>
            </a:extLst>
          </p:cNvPr>
          <p:cNvSpPr txBox="1"/>
          <p:nvPr/>
        </p:nvSpPr>
        <p:spPr>
          <a:xfrm>
            <a:off x="5090659" y="5422057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≦ 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4E660C-3FC1-ADD6-0CFA-A9C318D952FE}"/>
              </a:ext>
            </a:extLst>
          </p:cNvPr>
          <p:cNvSpPr txBox="1"/>
          <p:nvPr/>
        </p:nvSpPr>
        <p:spPr>
          <a:xfrm>
            <a:off x="5303724" y="5922396"/>
            <a:ext cx="865731" cy="448872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for |z| &gt; 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4C1FCB-7B7E-9556-CDBE-DF8CD3DF09FD}"/>
              </a:ext>
            </a:extLst>
          </p:cNvPr>
          <p:cNvSpPr txBox="1"/>
          <p:nvPr/>
        </p:nvSpPr>
        <p:spPr>
          <a:xfrm>
            <a:off x="7481987" y="5759694"/>
            <a:ext cx="2593978" cy="498758"/>
          </a:xfrm>
          <a:prstGeom prst="rect">
            <a:avLst/>
          </a:prstGeom>
          <a:noFill/>
        </p:spPr>
        <p:txBody>
          <a:bodyPr wrap="square" lIns="0" tIns="0" rIns="0" bIns="251999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  <a:buSzPct val="100000"/>
            </a:pPr>
            <a:r>
              <a:rPr lang="en-US" altLang="ja-JP" sz="1600" b="1" dirty="0">
                <a:latin typeface="Liberation Sans" panose="020B0604020202020204" pitchFamily="34" charset="0"/>
                <a:ea typeface="IBM Plex Sans JP Medium" panose="020B0503050203000203" pitchFamily="34" charset="-128"/>
                <a:cs typeface="Myriad Arabic" pitchFamily="2" charset="-78"/>
              </a:rPr>
              <a:t>The true analytic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342E9AD-70DC-2DB3-05AA-E2FA2ECEB756}"/>
                  </a:ext>
                </a:extLst>
              </p:cNvPr>
              <p:cNvSpPr txBox="1"/>
              <p:nvPr/>
            </p:nvSpPr>
            <p:spPr>
              <a:xfrm>
                <a:off x="2042556" y="743433"/>
                <a:ext cx="3437513" cy="5498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 baseline="-2500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1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US" sz="1400" b="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MLT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=1,2,3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1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3/2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1400" b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ABEBC9F-4DBB-0FD5-51B8-FD64767C3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556" y="743433"/>
                <a:ext cx="3437513" cy="549831"/>
              </a:xfrm>
              <a:prstGeom prst="rect">
                <a:avLst/>
              </a:prstGeom>
              <a:blipFill>
                <a:blip r:embed="rId13"/>
                <a:stretch>
                  <a:fillRect t="-138636" b="-19318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6AF792-B22D-C88A-2A4F-1F2840290FBE}"/>
                  </a:ext>
                </a:extLst>
              </p:cNvPr>
              <p:cNvSpPr txBox="1"/>
              <p:nvPr/>
            </p:nvSpPr>
            <p:spPr>
              <a:xfrm>
                <a:off x="3598559" y="5297776"/>
                <a:ext cx="1831080" cy="453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b="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𝜋𝜌</m:t>
                              </m:r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13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6AF792-B22D-C88A-2A4F-1F284029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59" y="5297776"/>
                <a:ext cx="1831080" cy="453266"/>
              </a:xfrm>
              <a:prstGeom prst="rect">
                <a:avLst/>
              </a:prstGeom>
              <a:blipFill>
                <a:blip r:embed="rId14"/>
                <a:stretch>
                  <a:fillRect l="-1379" b="-11111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4727A-7F5E-7079-1600-4A668AB24B8C}"/>
                  </a:ext>
                </a:extLst>
              </p:cNvPr>
              <p:cNvSpPr txBox="1"/>
              <p:nvPr/>
            </p:nvSpPr>
            <p:spPr>
              <a:xfrm>
                <a:off x="3598559" y="5791062"/>
                <a:ext cx="1831080" cy="453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300" b="0" i="1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ctrlPr>
                            <a:rPr lang="en-US" sz="13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𝜋𝜌</m:t>
                              </m:r>
                              <m:sSub>
                                <m:sSubPr>
                                  <m:ctrl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300" b="0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3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3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3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3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94727A-7F5E-7079-1600-4A668AB24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59" y="5791062"/>
                <a:ext cx="1831080" cy="453266"/>
              </a:xfrm>
              <a:prstGeom prst="rect">
                <a:avLst/>
              </a:prstGeom>
              <a:blipFill>
                <a:blip r:embed="rId15"/>
                <a:stretch>
                  <a:fillRect l="-1379" b="-11111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4A6C5E90-A0FF-BA9D-88F2-7F7525859107}"/>
              </a:ext>
            </a:extLst>
          </p:cNvPr>
          <p:cNvSpPr/>
          <p:nvPr/>
        </p:nvSpPr>
        <p:spPr>
          <a:xfrm>
            <a:off x="4291781" y="5345398"/>
            <a:ext cx="368709" cy="368709"/>
          </a:xfrm>
          <a:prstGeom prst="ellipse">
            <a:avLst/>
          </a:prstGeom>
          <a:noFill/>
          <a:ln>
            <a:solidFill>
              <a:srgbClr val="FF4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8A4E61-CC3C-C735-342A-C1517FD0DDE6}"/>
              </a:ext>
            </a:extLst>
          </p:cNvPr>
          <p:cNvSpPr/>
          <p:nvPr/>
        </p:nvSpPr>
        <p:spPr>
          <a:xfrm>
            <a:off x="4750660" y="5833340"/>
            <a:ext cx="368709" cy="368709"/>
          </a:xfrm>
          <a:prstGeom prst="ellipse">
            <a:avLst/>
          </a:prstGeom>
          <a:noFill/>
          <a:ln>
            <a:solidFill>
              <a:srgbClr val="FF4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149768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2E06-BF5E-D5AD-9709-40442E8D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7859208-0651-7BC6-8B0A-CDE2DD3DC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3E76DE-BA43-ACD0-335F-BEDDD60A3D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D8CC330-67FF-806D-4AC1-48280BE65774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31B7D39-ED17-854E-ACD2-B8E29549409A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1983EB3-3533-9BD4-DBCB-A9EC087E4611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8A3CA44-A208-A587-C8D7-C18795D72460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F7FFD3B-4F78-F267-AD0C-177991646256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86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3D97B3E-36F5-F8AE-2527-8273A4FC005B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F7CB9-1AEF-6591-C8EB-F3A45639F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181" y="1372709"/>
            <a:ext cx="4819338" cy="38021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49F539-B2CB-E6B3-48BA-8964F4CF63F6}"/>
                  </a:ext>
                </a:extLst>
              </p:cNvPr>
              <p:cNvSpPr txBox="1"/>
              <p:nvPr/>
            </p:nvSpPr>
            <p:spPr>
              <a:xfrm>
                <a:off x="1821230" y="2996788"/>
                <a:ext cx="34497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MLT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MLT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/24)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49F539-B2CB-E6B3-48BA-8964F4CF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230" y="2996788"/>
                <a:ext cx="3449791" cy="276999"/>
              </a:xfrm>
              <a:prstGeom prst="rect">
                <a:avLst/>
              </a:prstGeom>
              <a:blipFill>
                <a:blip r:embed="rId4"/>
                <a:stretch>
                  <a:fillRect l="-1465" t="-4545" b="-36364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0652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7A09-D0D4-4F54-92AC-24034E13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011B9C4-BE8B-4659-DAEC-0DB6144369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561A1D-EA26-43F8-215A-CC7BA177CF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1B43B94-A01F-1391-06EB-48AE14C52E12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E7EBE32-3F0F-FF6C-4774-28E82270B01D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F323CD1-6BA0-6C88-F192-A5D6D4D3C586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E98B014-2986-5D8A-2CC0-F8E9EA2EB7A7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42C754-3C5A-E2AE-D6CC-CF14ED2ECF1C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87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3512410-F3FE-6F31-412B-15948BCC8FCF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E95FE8-9E2D-06E9-35CE-8DDFC3EE6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75" y="1020992"/>
            <a:ext cx="4361515" cy="4826000"/>
          </a:xfrm>
          <a:prstGeom prst="rect">
            <a:avLst/>
          </a:prstGeom>
          <a:ln w="25400">
            <a:solidFill>
              <a:srgbClr val="FF4C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A92449-0A5D-8A95-4541-180E1A87C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048" y="1020992"/>
            <a:ext cx="4361515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031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101C-BD28-A25E-D877-99E02336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0591742-83AE-AEC4-07B2-234A2E95A4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09859C-59EE-3A51-CA81-ED22DBCBDF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23B805-798D-53EC-FA3F-BB1D51C7F649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510843A-F33B-68C3-6C2B-CC56FB169162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7EE7ECB-91B2-A10C-72E1-7545E8380685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A8CDDF6-0320-CBEB-C8D4-FFECECC81D91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61E549F-9E69-D36A-5228-88798B1B3E28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88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86B972C-4B79-4FAF-8A53-4B81D934BAD3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5BA63-FB11-0D42-A715-2B2CB1AA2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692" y="1191054"/>
            <a:ext cx="4867827" cy="3988638"/>
          </a:xfrm>
          <a:prstGeom prst="rect">
            <a:avLst/>
          </a:prstGeom>
          <a:ln w="25400">
            <a:solidFill>
              <a:srgbClr val="FF4C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894BF3-7C9E-BF0E-48F3-74DB9061C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736" y="1191054"/>
            <a:ext cx="4867827" cy="3988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61CF4B-3252-54D1-CB39-CBD444696C2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1742"/>
          <a:stretch>
            <a:fillRect/>
          </a:stretch>
        </p:blipFill>
        <p:spPr>
          <a:xfrm>
            <a:off x="8253015" y="3387933"/>
            <a:ext cx="1296287" cy="63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062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808B1-7E96-95EA-3625-4206AD38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9AAAFC-4C5D-8201-F4DC-DA36713625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D3A309-283D-CE40-579F-C96D2189A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7735042-ECA9-6707-BA48-48B60D13D16B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FF4BA42-45E7-9221-2B30-00B4C7CCD523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4BCE616-756D-5F5E-F1CF-1C4B4909B72C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64EFEBD-0F77-9690-43AF-A9C885204490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E13AC44-78A0-E022-7849-3CDF517378F3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89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71F6BAC-57DC-0507-5706-3C1464624D74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09ED0-1726-5E48-BCC7-2406EBA6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36" y="1191054"/>
            <a:ext cx="4867827" cy="39886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91046D-3E96-0C9C-CF26-AEF59B3CF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81" y="1372709"/>
            <a:ext cx="4819338" cy="38021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61F7B0-DD06-BE54-3E05-0A50082E8928}"/>
                  </a:ext>
                </a:extLst>
              </p:cNvPr>
              <p:cNvSpPr txBox="1"/>
              <p:nvPr/>
            </p:nvSpPr>
            <p:spPr>
              <a:xfrm>
                <a:off x="7717728" y="2729159"/>
                <a:ext cx="267977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MLT</m:t>
                                  </m:r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MLT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/24)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b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61F7B0-DD06-BE54-3E05-0A50082E8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728" y="2729159"/>
                <a:ext cx="2679772" cy="215444"/>
              </a:xfrm>
              <a:prstGeom prst="rect">
                <a:avLst/>
              </a:prstGeom>
              <a:blipFill>
                <a:blip r:embed="rId5"/>
                <a:stretch>
                  <a:fillRect l="-1415" t="-5882" b="-35294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4574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937E-E0D8-FB7C-8EA9-4494E31B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9A61537-AECF-3036-11C3-764CECBD2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6645BA-CC5F-633F-478A-47608B368A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49049" y="6210001"/>
            <a:ext cx="742951" cy="647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0476005-89A9-77F3-051F-8D11EFE92043}"/>
              </a:ext>
            </a:extLst>
          </p:cNvPr>
          <p:cNvSpPr/>
          <p:nvPr/>
        </p:nvSpPr>
        <p:spPr>
          <a:xfrm rot="21480000">
            <a:off x="-8573" y="-110270"/>
            <a:ext cx="6339202" cy="380669"/>
          </a:xfrm>
          <a:custGeom>
            <a:avLst/>
            <a:gdLst>
              <a:gd name="csX0" fmla="*/ 13293 w 6339202"/>
              <a:gd name="csY0" fmla="*/ 0 h 380669"/>
              <a:gd name="csX1" fmla="*/ 6339202 w 6339202"/>
              <a:gd name="csY1" fmla="*/ 220905 h 380669"/>
              <a:gd name="csX2" fmla="*/ 6292544 w 6339202"/>
              <a:gd name="csY2" fmla="*/ 259401 h 380669"/>
              <a:gd name="csX3" fmla="*/ 5895541 w 6339202"/>
              <a:gd name="csY3" fmla="*/ 380669 h 380669"/>
              <a:gd name="csX4" fmla="*/ 0 w 6339202"/>
              <a:gd name="csY4" fmla="*/ 380669 h 38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39202" h="380669">
                <a:moveTo>
                  <a:pt x="13293" y="0"/>
                </a:moveTo>
                <a:lnTo>
                  <a:pt x="6339202" y="220905"/>
                </a:lnTo>
                <a:lnTo>
                  <a:pt x="6292544" y="259401"/>
                </a:lnTo>
                <a:cubicBezTo>
                  <a:pt x="6179218" y="335964"/>
                  <a:pt x="6042600" y="380669"/>
                  <a:pt x="5895541" y="380669"/>
                </a:cubicBezTo>
                <a:lnTo>
                  <a:pt x="0" y="380669"/>
                </a:lnTo>
                <a:close/>
              </a:path>
            </a:pathLst>
          </a:custGeom>
          <a:gradFill>
            <a:gsLst>
              <a:gs pos="98000">
                <a:srgbClr val="FDA3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B3AE40B-3B60-1D05-77ED-D86B812A243C}"/>
              </a:ext>
            </a:extLst>
          </p:cNvPr>
          <p:cNvSpPr/>
          <p:nvPr/>
        </p:nvSpPr>
        <p:spPr>
          <a:xfrm rot="21480000">
            <a:off x="5983349" y="-108473"/>
            <a:ext cx="6209652" cy="382647"/>
          </a:xfrm>
          <a:custGeom>
            <a:avLst/>
            <a:gdLst>
              <a:gd name="csX0" fmla="*/ 0 w 6209652"/>
              <a:gd name="csY0" fmla="*/ 0 h 382647"/>
              <a:gd name="csX1" fmla="*/ 6209652 w 6209652"/>
              <a:gd name="csY1" fmla="*/ 216846 h 382647"/>
              <a:gd name="csX2" fmla="*/ 6203862 w 6209652"/>
              <a:gd name="csY2" fmla="*/ 382647 h 382647"/>
              <a:gd name="csX3" fmla="*/ 626566 w 6209652"/>
              <a:gd name="csY3" fmla="*/ 382647 h 382647"/>
              <a:gd name="csX4" fmla="*/ 37770 w 6209652"/>
              <a:gd name="csY4" fmla="*/ 69587 h 38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209652" h="382647">
                <a:moveTo>
                  <a:pt x="0" y="0"/>
                </a:moveTo>
                <a:lnTo>
                  <a:pt x="6209652" y="216846"/>
                </a:lnTo>
                <a:lnTo>
                  <a:pt x="6203862" y="382647"/>
                </a:lnTo>
                <a:lnTo>
                  <a:pt x="626566" y="382647"/>
                </a:lnTo>
                <a:cubicBezTo>
                  <a:pt x="381468" y="382647"/>
                  <a:pt x="165373" y="258465"/>
                  <a:pt x="37770" y="69587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F5EF8A9-32AC-438C-66F2-1EAF7638331A}"/>
              </a:ext>
            </a:extLst>
          </p:cNvPr>
          <p:cNvSpPr/>
          <p:nvPr/>
        </p:nvSpPr>
        <p:spPr>
          <a:xfrm rot="21480000">
            <a:off x="-604" y="6598062"/>
            <a:ext cx="6453144" cy="372657"/>
          </a:xfrm>
          <a:custGeom>
            <a:avLst/>
            <a:gdLst>
              <a:gd name="csX0" fmla="*/ 5831999 w 6453144"/>
              <a:gd name="csY0" fmla="*/ 0 h 372657"/>
              <a:gd name="csX1" fmla="*/ 6420795 w 6453144"/>
              <a:gd name="csY1" fmla="*/ 313060 h 372657"/>
              <a:gd name="csX2" fmla="*/ 6453144 w 6453144"/>
              <a:gd name="csY2" fmla="*/ 372657 h 372657"/>
              <a:gd name="csX3" fmla="*/ 0 w 6453144"/>
              <a:gd name="csY3" fmla="*/ 147309 h 372657"/>
              <a:gd name="csX4" fmla="*/ 5144 w 6453144"/>
              <a:gd name="csY4" fmla="*/ 0 h 372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53144" h="372657">
                <a:moveTo>
                  <a:pt x="5831999" y="0"/>
                </a:moveTo>
                <a:cubicBezTo>
                  <a:pt x="6077098" y="0"/>
                  <a:pt x="6293192" y="124182"/>
                  <a:pt x="6420795" y="313060"/>
                </a:cubicBezTo>
                <a:lnTo>
                  <a:pt x="6453144" y="372657"/>
                </a:lnTo>
                <a:lnTo>
                  <a:pt x="0" y="147309"/>
                </a:lnTo>
                <a:lnTo>
                  <a:pt x="5144" y="0"/>
                </a:ln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D7F552D-2BAC-AD50-C787-DDDC3905A026}"/>
              </a:ext>
            </a:extLst>
          </p:cNvPr>
          <p:cNvSpPr/>
          <p:nvPr/>
        </p:nvSpPr>
        <p:spPr>
          <a:xfrm rot="21480000">
            <a:off x="6150372" y="6566972"/>
            <a:ext cx="6050386" cy="396244"/>
          </a:xfrm>
          <a:custGeom>
            <a:avLst/>
            <a:gdLst>
              <a:gd name="csX0" fmla="*/ 6050386 w 6050386"/>
              <a:gd name="csY0" fmla="*/ 0 h 396244"/>
              <a:gd name="csX1" fmla="*/ 6036549 w 6050386"/>
              <a:gd name="csY1" fmla="*/ 396244 h 396244"/>
              <a:gd name="csX2" fmla="*/ 0 w 6050386"/>
              <a:gd name="csY2" fmla="*/ 185443 h 396244"/>
              <a:gd name="csX3" fmla="*/ 77781 w 6050386"/>
              <a:gd name="csY3" fmla="*/ 121268 h 396244"/>
              <a:gd name="csX4" fmla="*/ 474785 w 6050386"/>
              <a:gd name="csY4" fmla="*/ 0 h 3962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0386" h="396244">
                <a:moveTo>
                  <a:pt x="6050386" y="0"/>
                </a:moveTo>
                <a:lnTo>
                  <a:pt x="6036549" y="396244"/>
                </a:lnTo>
                <a:lnTo>
                  <a:pt x="0" y="185443"/>
                </a:lnTo>
                <a:lnTo>
                  <a:pt x="77781" y="121268"/>
                </a:lnTo>
                <a:cubicBezTo>
                  <a:pt x="191108" y="44705"/>
                  <a:pt x="327726" y="0"/>
                  <a:pt x="474785" y="0"/>
                </a:cubicBezTo>
                <a:close/>
              </a:path>
            </a:pathLst>
          </a:custGeom>
          <a:gradFill>
            <a:gsLst>
              <a:gs pos="98000">
                <a:srgbClr val="FDA276"/>
              </a:gs>
              <a:gs pos="38000">
                <a:srgbClr val="FFBF85"/>
              </a:gs>
              <a:gs pos="0">
                <a:srgbClr val="FFD39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B0156A-1A9F-6574-32C5-85F2BCAA99AD}"/>
              </a:ext>
            </a:extLst>
          </p:cNvPr>
          <p:cNvSpPr/>
          <p:nvPr/>
        </p:nvSpPr>
        <p:spPr>
          <a:xfrm>
            <a:off x="10885990" y="6485569"/>
            <a:ext cx="563058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algn="r">
              <a:lnSpc>
                <a:spcPts val="2200"/>
              </a:lnSpc>
            </a:pPr>
            <a:fld id="{F76363E5-33B8-E34E-B77B-918FDDEB3F36}" type="slidenum">
              <a:rPr lang="en-JP" sz="1700" spc="-30">
                <a:solidFill>
                  <a:schemeClr val="bg1"/>
                </a:solidFill>
                <a:latin typeface="Liberation Sans" panose="020B0604020202020204" pitchFamily="34" charset="0"/>
                <a:ea typeface="IBM Plex Sans JP Light" panose="020B0403050203000203" pitchFamily="34" charset="-128"/>
              </a:rPr>
              <a:pPr algn="r">
                <a:lnSpc>
                  <a:spcPts val="2200"/>
                </a:lnSpc>
              </a:pPr>
              <a:t>90</a:t>
            </a:fld>
            <a:endParaRPr lang="en-JP" sz="1700" spc="-30">
              <a:solidFill>
                <a:schemeClr val="bg1"/>
              </a:solidFill>
              <a:latin typeface="Liberation Sans" panose="020B0604020202020204" pitchFamily="34" charset="0"/>
              <a:ea typeface="IBM Plex Sans JP Light" panose="020B0403050203000203" pitchFamily="34" charset="-128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6DD8912-4D43-2036-A288-14B917E0335E}"/>
              </a:ext>
            </a:extLst>
          </p:cNvPr>
          <p:cNvSpPr/>
          <p:nvPr/>
        </p:nvSpPr>
        <p:spPr>
          <a:xfrm>
            <a:off x="756236" y="0"/>
            <a:ext cx="1286320" cy="372431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JP" sz="1200" spc="350">
                <a:solidFill>
                  <a:schemeClr val="bg1"/>
                </a:solidFill>
                <a:effectLst>
                  <a:glow rad="25400">
                    <a:srgbClr val="FDA376">
                      <a:alpha val="40000"/>
                    </a:srgbClr>
                  </a:glow>
                </a:effectLst>
                <a:latin typeface="Liberation Sans Narrow" panose="020B0606020202030204" pitchFamily="34" charset="0"/>
                <a:ea typeface="IBM Plex Sans JP Light" panose="020B0403050203000203" pitchFamily="34" charset="-128"/>
              </a:rPr>
              <a:t>FGM FIT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B31A9E-8C73-60B1-E848-35E5FB49F6B3}"/>
              </a:ext>
            </a:extLst>
          </p:cNvPr>
          <p:cNvGrpSpPr/>
          <p:nvPr/>
        </p:nvGrpSpPr>
        <p:grpSpPr>
          <a:xfrm>
            <a:off x="2362303" y="617500"/>
            <a:ext cx="6814064" cy="5583361"/>
            <a:chOff x="1110736" y="1191054"/>
            <a:chExt cx="4867827" cy="39886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7871E4-FA50-4F96-1980-3625BBB5C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0736" y="1191054"/>
              <a:ext cx="4867827" cy="398863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4D68745-42B6-D68D-096C-CC9230E10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50661"/>
            <a:stretch>
              <a:fillRect/>
            </a:stretch>
          </p:blipFill>
          <p:spPr>
            <a:xfrm>
              <a:off x="3269008" y="3347225"/>
              <a:ext cx="1087401" cy="7341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057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21722</TotalTime>
  <Words>772</Words>
  <Application>Microsoft Macintosh PowerPoint</Application>
  <PresentationFormat>Widescreen</PresentationFormat>
  <Paragraphs>338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8" baseType="lpstr">
      <vt:lpstr>Aptos</vt:lpstr>
      <vt:lpstr>Aptos Display</vt:lpstr>
      <vt:lpstr>Arial</vt:lpstr>
      <vt:lpstr>Cambria Math</vt:lpstr>
      <vt:lpstr>Liberation Sans</vt:lpstr>
      <vt:lpstr>Liberation Sans Narrow</vt:lpstr>
      <vt:lpstr>Myriad Set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　晋之祐</dc:creator>
  <cp:lastModifiedBy>佐藤　晋之祐</cp:lastModifiedBy>
  <cp:revision>1524</cp:revision>
  <dcterms:created xsi:type="dcterms:W3CDTF">2026-06-27T02:42:54Z</dcterms:created>
  <dcterms:modified xsi:type="dcterms:W3CDTF">2026-10-13T16:26:51Z</dcterms:modified>
</cp:coreProperties>
</file>